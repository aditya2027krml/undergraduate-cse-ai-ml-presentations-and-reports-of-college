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3" r:id="rId5"/>
    <p:sldId id="275" r:id="rId6"/>
    <p:sldId id="284" r:id="rId7"/>
    <p:sldId id="277" r:id="rId8"/>
    <p:sldId id="287" r:id="rId9"/>
    <p:sldId id="288" r:id="rId10"/>
    <p:sldId id="286" r:id="rId11"/>
    <p:sldId id="290" r:id="rId12"/>
    <p:sldId id="278" r:id="rId13"/>
    <p:sldId id="289" r:id="rId1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B3C"/>
    <a:srgbClr val="D8BEB2"/>
    <a:srgbClr val="753F2D"/>
    <a:srgbClr val="5E3324"/>
    <a:srgbClr val="8A4C34"/>
    <a:srgbClr val="815550"/>
    <a:srgbClr val="A3573E"/>
    <a:srgbClr val="E7E6E6"/>
    <a:srgbClr val="C28D6D"/>
    <a:srgbClr val="D2986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6327"/>
  </p:normalViewPr>
  <p:slideViewPr>
    <p:cSldViewPr snapToGrid="0">
      <p:cViewPr varScale="1">
        <p:scale>
          <a:sx n="68" d="100"/>
          <a:sy n="68" d="100"/>
        </p:scale>
        <p:origin x="-750" y="-96"/>
      </p:cViewPr>
      <p:guideLst>
        <p:guide orient="horz" pos="1224"/>
        <p:guide orient="horz" pos="2856"/>
        <p:guide orient="horz" pos="264"/>
        <p:guide orient="horz" pos="1584"/>
        <p:guide orient="horz" pos="2736"/>
        <p:guide orient="horz" pos="3648"/>
        <p:guide orient="horz" pos="864"/>
        <p:guide orient="horz" pos="3984"/>
        <p:guide orient="horz" pos="1920"/>
        <p:guide orient="horz" pos="2256"/>
        <p:guide orient="horz" pos="1704"/>
        <p:guide orient="horz" pos="2592"/>
        <p:guide pos="7368"/>
        <p:guide pos="312"/>
        <p:guide pos="5928"/>
        <p:guide pos="6168"/>
        <p:guide pos="1512"/>
        <p:guide pos="2496"/>
        <p:guide pos="2688"/>
        <p:guide pos="4536"/>
        <p:guide pos="4008"/>
        <p:guide pos="4944"/>
        <p:guide pos="5136"/>
        <p:guide pos="456"/>
        <p:guide pos="7248"/>
        <p:guide pos="7176"/>
        <p:guide pos="4176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pPr/>
              <a:t>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pPr/>
              <a:t>2/1/2024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pPr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167313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xmlns="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9097728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xmlns="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xmlns="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752938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Content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496" y="969264"/>
            <a:ext cx="5212080" cy="1709928"/>
          </a:xfrm>
        </p:spPr>
        <p:txBody>
          <a:bodyPr anchor="ctr">
            <a:no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496" y="2679192"/>
            <a:ext cx="4956048" cy="334670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228600">
              <a:defRPr sz="1600"/>
            </a:lvl2pPr>
            <a:lvl3pPr marL="457200">
              <a:defRPr sz="1600"/>
            </a:lvl3pPr>
            <a:lvl4pPr marL="685800">
              <a:defRPr sz="1600"/>
            </a:lvl4pPr>
            <a:lvl5pPr marL="1143000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xmlns="" id="{F840C383-BA72-55DA-CFF4-6A3DB1C45E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192" y="996696"/>
            <a:ext cx="4956048" cy="50292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xmlns="" id="{F75D6F4A-BE18-8D52-F633-9549646EF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" y="503243"/>
            <a:ext cx="39243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1" i="0" spc="200" baseline="0">
                <a:solidFill>
                  <a:schemeClr val="accent2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xmlns="" id="{261B8B62-B070-A4A6-FB16-A03925986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3801" y="503243"/>
            <a:ext cx="39243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 b="1" i="0" spc="200" baseline="0">
                <a:solidFill>
                  <a:schemeClr val="accent2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2E4BDAF-2F32-1435-57AE-4F26FE67C1DB}"/>
              </a:ext>
            </a:extLst>
          </p:cNvPr>
          <p:cNvGrpSpPr/>
          <p:nvPr userDrawn="1"/>
        </p:nvGrpSpPr>
        <p:grpSpPr>
          <a:xfrm>
            <a:off x="381000" y="0"/>
            <a:ext cx="11430000" cy="6858000"/>
            <a:chOff x="381000" y="0"/>
            <a:chExt cx="11430000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DFC012E7-F75C-D426-8BDB-2E303AA87807}"/>
                </a:ext>
              </a:extLst>
            </p:cNvPr>
            <p:cNvCxnSpPr/>
            <p:nvPr/>
          </p:nvCxnSpPr>
          <p:spPr>
            <a:xfrm>
              <a:off x="381000" y="381000"/>
              <a:ext cx="11430000" cy="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01AB113D-45D4-6DF9-C41D-358C92A4F339}"/>
                </a:ext>
              </a:extLst>
            </p:cNvPr>
            <p:cNvCxnSpPr/>
            <p:nvPr/>
          </p:nvCxnSpPr>
          <p:spPr>
            <a:xfrm>
              <a:off x="381000" y="6490855"/>
              <a:ext cx="11430000" cy="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3AE172A6-C6C7-7860-91CE-094497844C74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" y="0"/>
              <a:ext cx="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88F50071-4BDB-2D85-B2FC-FD680843AB97}"/>
                </a:ext>
              </a:extLst>
            </p:cNvPr>
            <p:cNvCxnSpPr>
              <a:cxnSpLocks/>
            </p:cNvCxnSpPr>
            <p:nvPr/>
          </p:nvCxnSpPr>
          <p:spPr>
            <a:xfrm>
              <a:off x="11811000" y="0"/>
              <a:ext cx="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233957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mmary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xmlns="" id="{F840C383-BA72-55DA-CFF4-6A3DB1C45E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2262" y="996950"/>
            <a:ext cx="6464808" cy="5029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1728216"/>
            <a:ext cx="4608576" cy="1709928"/>
          </a:xfrm>
        </p:spPr>
        <p:txBody>
          <a:bodyPr>
            <a:no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76" y="3438144"/>
            <a:ext cx="4956048" cy="167335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b="1">
                <a:latin typeface="+mn-lt"/>
              </a:defRPr>
            </a:lvl1pPr>
            <a:lvl2pPr marL="228600">
              <a:lnSpc>
                <a:spcPct val="90000"/>
              </a:lnSpc>
              <a:defRPr>
                <a:latin typeface="+mn-lt"/>
              </a:defRPr>
            </a:lvl2pPr>
            <a:lvl3pPr marL="457200">
              <a:lnSpc>
                <a:spcPct val="90000"/>
              </a:lnSpc>
              <a:defRPr>
                <a:latin typeface="+mn-lt"/>
              </a:defRPr>
            </a:lvl3pPr>
            <a:lvl4pPr marL="685800">
              <a:lnSpc>
                <a:spcPct val="90000"/>
              </a:lnSpc>
              <a:defRPr>
                <a:latin typeface="+mn-lt"/>
              </a:defRPr>
            </a:lvl4pPr>
            <a:lvl5pPr marL="1143000">
              <a:lnSpc>
                <a:spcPct val="90000"/>
              </a:lnSpc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41978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  <p:sldLayoutId id="2147483667" r:id="rId17"/>
    <p:sldLayoutId id="2147483668" r:id="rId1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25600"/>
            </a:gs>
            <a:gs pos="13000">
              <a:srgbClr val="FFA800"/>
            </a:gs>
            <a:gs pos="28000">
              <a:srgbClr val="825600"/>
            </a:gs>
            <a:gs pos="42999">
              <a:srgbClr val="FFA800"/>
            </a:gs>
            <a:gs pos="58000">
              <a:srgbClr val="825600"/>
            </a:gs>
            <a:gs pos="72000">
              <a:srgbClr val="FFA800"/>
            </a:gs>
            <a:gs pos="87000">
              <a:srgbClr val="825600"/>
            </a:gs>
            <a:gs pos="100000">
              <a:srgbClr val="FFA800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xmlns="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730" y="787790"/>
            <a:ext cx="6865032" cy="1997613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chemeClr val="tx1"/>
                </a:solidFill>
                <a:latin typeface="Californian FB" pitchFamily="18" charset="0"/>
              </a:rPr>
              <a:t>Principal component analysis (pca)</a:t>
            </a:r>
            <a:endParaRPr lang="en-US" sz="6000" b="1" dirty="0">
              <a:solidFill>
                <a:schemeClr val="tx1"/>
              </a:solidFill>
              <a:latin typeface="Californian FB" pitchFamily="18" charset="0"/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xmlns="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2172" y="3509889"/>
            <a:ext cx="7999828" cy="334811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NAME – ADITYA KUMAR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UNIVERSITY ROLL NO : 34230821034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PAPER NAME : MACHINE LEARNING APPLICATIONS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PAPER CODE : PCC-AIML601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SEMESTER/YEAR : 6</a:t>
            </a:r>
            <a:r>
              <a:rPr lang="en-US" baseline="30000" dirty="0" smtClean="0">
                <a:solidFill>
                  <a:schemeClr val="tx1"/>
                </a:solidFill>
              </a:rPr>
              <a:t>TH</a:t>
            </a:r>
            <a:r>
              <a:rPr lang="en-US" dirty="0" smtClean="0">
                <a:solidFill>
                  <a:schemeClr val="tx1"/>
                </a:solidFill>
              </a:rPr>
              <a:t> SEM/ 3</a:t>
            </a:r>
            <a:r>
              <a:rPr lang="en-US" baseline="30000" dirty="0" smtClean="0">
                <a:solidFill>
                  <a:schemeClr val="tx1"/>
                </a:solidFill>
              </a:rPr>
              <a:t>RD</a:t>
            </a:r>
            <a:r>
              <a:rPr lang="en-US" dirty="0" smtClean="0">
                <a:solidFill>
                  <a:schemeClr val="tx1"/>
                </a:solidFill>
              </a:rPr>
              <a:t> YEAR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DEPARTMENT :CSE(AI&amp;ML)</a:t>
            </a:r>
            <a:endParaRPr lang="x-none" dirty="0">
              <a:solidFill>
                <a:schemeClr val="tx1"/>
              </a:solidFill>
            </a:endParaRPr>
          </a:p>
        </p:txBody>
      </p:sp>
      <p:pic>
        <p:nvPicPr>
          <p:cNvPr id="8" name="Picture 7" descr="download (1)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" y="1167618"/>
            <a:ext cx="3559126" cy="39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957" y="168812"/>
            <a:ext cx="9383151" cy="704088"/>
          </a:xfrm>
        </p:spPr>
        <p:txBody>
          <a:bodyPr/>
          <a:lstStyle/>
          <a:p>
            <a:r>
              <a:rPr lang="en-US" sz="4800" b="1" u="sng" dirty="0" smtClean="0">
                <a:solidFill>
                  <a:srgbClr val="333B3C"/>
                </a:solidFill>
                <a:latin typeface="Californian FB" pitchFamily="18" charset="0"/>
              </a:rPr>
              <a:t>What is pca? &amp; why pca?</a:t>
            </a:r>
            <a:endParaRPr lang="en-US" sz="4800" b="1" u="sng" dirty="0">
              <a:solidFill>
                <a:srgbClr val="333B3C"/>
              </a:solidFill>
              <a:latin typeface="Californian FB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95422" y="928467"/>
          <a:ext cx="11704320" cy="6687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1543"/>
                <a:gridCol w="6162777"/>
              </a:tblGrid>
              <a:tr h="4770673"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None/>
                      </a:pPr>
                      <a:r>
                        <a:rPr lang="en-US" sz="1800" dirty="0" smtClean="0"/>
                        <a:t>                               </a:t>
                      </a:r>
                      <a:r>
                        <a:rPr lang="en-US" sz="2000" b="1" u="sng" dirty="0" smtClean="0"/>
                        <a:t>What is PCA?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endParaRPr lang="en-US" sz="1800" dirty="0" smtClean="0"/>
                    </a:p>
                    <a:p>
                      <a:pPr marL="457200" indent="-457200" algn="l">
                        <a:buFont typeface="+mj-lt"/>
                        <a:buNone/>
                      </a:pPr>
                      <a:endParaRPr lang="en-US" sz="1800" dirty="0" smtClean="0"/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1800" dirty="0" smtClean="0"/>
                        <a:t>Principal Component Analysis(PCA) was introduced by </a:t>
                      </a:r>
                      <a:r>
                        <a:rPr lang="en-US" sz="1800" b="1" u="sng" dirty="0" smtClean="0"/>
                        <a:t>Karl Pearson in 1901</a:t>
                      </a:r>
                      <a:r>
                        <a:rPr lang="en-US" sz="1800" dirty="0" smtClean="0"/>
                        <a:t>.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1800" dirty="0" smtClean="0"/>
                        <a:t>PCA is a statistical, </a:t>
                      </a:r>
                      <a:r>
                        <a:rPr lang="en-US" sz="1800" b="1" u="sng" dirty="0" smtClean="0"/>
                        <a:t>dimensionality reduction </a:t>
                      </a:r>
                      <a:r>
                        <a:rPr lang="en-US" sz="1800" dirty="0" smtClean="0"/>
                        <a:t>method/algorithm which basically derives new features from the existing ones keeping as much information as possible.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1800" dirty="0" smtClean="0"/>
                        <a:t>PCA is an </a:t>
                      </a:r>
                      <a:r>
                        <a:rPr lang="en-US" sz="1800" b="1" u="sng" dirty="0" smtClean="0"/>
                        <a:t>unsupervised learning </a:t>
                      </a:r>
                      <a:r>
                        <a:rPr lang="en-US" sz="1800" dirty="0" smtClean="0"/>
                        <a:t>algorithm.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1800" dirty="0" smtClean="0"/>
                        <a:t>It is also widely used as a preprocessing step for supervised learning algorithm. For example- reduce the number of dimensions in the training dataset and De-noise the data.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1800" dirty="0" smtClean="0"/>
                        <a:t>PCA</a:t>
                      </a:r>
                      <a:r>
                        <a:rPr lang="en-US" sz="1800" baseline="0" dirty="0" smtClean="0"/>
                        <a:t> is a linear dimensionality reduction algorithm.</a:t>
                      </a:r>
                      <a:endParaRPr lang="en-US" sz="1800" dirty="0" smtClean="0"/>
                    </a:p>
                    <a:p>
                      <a:pPr algn="l"/>
                      <a:endParaRPr lang="en-US" sz="1800" dirty="0" smtClean="0"/>
                    </a:p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                             </a:t>
                      </a:r>
                      <a:r>
                        <a:rPr lang="en-US" sz="2000" b="1" u="sng" dirty="0" smtClean="0"/>
                        <a:t>Why</a:t>
                      </a:r>
                      <a:r>
                        <a:rPr lang="en-US" sz="2000" b="1" u="sng" baseline="0" dirty="0" smtClean="0"/>
                        <a:t> PCA?</a:t>
                      </a:r>
                    </a:p>
                    <a:p>
                      <a:pPr algn="l"/>
                      <a:endParaRPr lang="en-US" sz="2000" u="sng" baseline="0" dirty="0" smtClean="0"/>
                    </a:p>
                    <a:p>
                      <a:pPr algn="l"/>
                      <a:r>
                        <a:rPr lang="en-US" sz="1800" kern="1200" dirty="0" smtClean="0"/>
                        <a:t>PCA</a:t>
                      </a:r>
                      <a:r>
                        <a:rPr lang="en-US" sz="1800" kern="1200" baseline="0" dirty="0" smtClean="0"/>
                        <a:t> </a:t>
                      </a:r>
                      <a:r>
                        <a:rPr lang="en-US" sz="1800" kern="1200" dirty="0" smtClean="0"/>
                        <a:t>serves several important needs in machine learning:</a:t>
                      </a: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r>
                        <a:rPr lang="en-US" sz="1800" b="1" u="sng" kern="1200" dirty="0" smtClean="0"/>
                        <a:t>Dimensionality Reduction</a:t>
                      </a:r>
                    </a:p>
                    <a:p>
                      <a:pPr marL="457200" indent="-457200" algn="just">
                        <a:buFont typeface="+mj-lt"/>
                        <a:buNone/>
                      </a:pPr>
                      <a:r>
                        <a:rPr lang="en-US" sz="1800" kern="1200" dirty="0" smtClean="0"/>
                        <a:t>        </a:t>
                      </a:r>
                      <a:r>
                        <a:rPr lang="en-US" sz="1800" b="1" u="sng" kern="1200" dirty="0" smtClean="0"/>
                        <a:t>Problem: </a:t>
                      </a:r>
                      <a:r>
                        <a:rPr lang="en-US" sz="1800" kern="1200" dirty="0" smtClean="0"/>
                        <a:t>In many real-world datasets, there are often a large number of features, which can lead to the curse of dimensionality.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     </a:t>
                      </a:r>
                      <a:r>
                        <a:rPr lang="en-US" sz="1800" kern="1200" baseline="0" dirty="0" smtClean="0"/>
                        <a:t>  </a:t>
                      </a:r>
                      <a:r>
                        <a:rPr lang="en-US" sz="1800" b="1" u="sng" kern="1200" dirty="0" smtClean="0"/>
                        <a:t>Need:</a:t>
                      </a:r>
                      <a:r>
                        <a:rPr lang="en-US" sz="1800" b="1" u="sng" kern="1200" baseline="0" dirty="0" smtClean="0"/>
                        <a:t> </a:t>
                      </a:r>
                      <a:r>
                        <a:rPr lang="en-US" sz="1800" dirty="0" smtClean="0"/>
                        <a:t>PCA reduces the dimensions of the data,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      helping to focus on the most significant features and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      relationships</a:t>
                      </a:r>
                      <a:r>
                        <a:rPr lang="en-US" sz="2000" dirty="0" smtClean="0"/>
                        <a:t>.</a:t>
                      </a:r>
                      <a:r>
                        <a:rPr lang="en-US" sz="1800" kern="1200" dirty="0" smtClean="0"/>
                        <a:t> Reducing the number of variables while 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       retaining essential information.</a:t>
                      </a:r>
                      <a:endParaRPr lang="en-US" sz="2000" dirty="0" smtClean="0"/>
                    </a:p>
                    <a:p>
                      <a:pPr algn="l"/>
                      <a:r>
                        <a:rPr lang="en-US" sz="2000" u="none" dirty="0" smtClean="0"/>
                        <a:t>2. </a:t>
                      </a:r>
                      <a:r>
                        <a:rPr lang="en-US" sz="1800" b="1" u="sng" kern="1200" dirty="0" smtClean="0"/>
                        <a:t>Interpretability and Visualization</a:t>
                      </a:r>
                    </a:p>
                    <a:p>
                      <a:pPr algn="l"/>
                      <a:r>
                        <a:rPr lang="en-US" sz="1800" kern="1200" dirty="0" smtClean="0"/>
                        <a:t>     </a:t>
                      </a:r>
                      <a:r>
                        <a:rPr lang="en-US" sz="1800" b="1" u="sng" kern="1200" dirty="0" smtClean="0"/>
                        <a:t>Problem</a:t>
                      </a:r>
                      <a:r>
                        <a:rPr lang="en-US" sz="1800" kern="1200" dirty="0" smtClean="0"/>
                        <a:t>: High-dimensional data can be challenging to </a:t>
                      </a:r>
                    </a:p>
                    <a:p>
                      <a:pPr algn="l"/>
                      <a:r>
                        <a:rPr lang="en-US" sz="1800" kern="1200" dirty="0" smtClean="0"/>
                        <a:t>     visualize and interpret.</a:t>
                      </a:r>
                    </a:p>
                    <a:p>
                      <a:pPr algn="l"/>
                      <a:r>
                        <a:rPr lang="en-US" sz="1800" kern="1200" dirty="0" smtClean="0"/>
                        <a:t>     </a:t>
                      </a:r>
                      <a:r>
                        <a:rPr lang="en-US" sz="1800" b="1" u="sng" kern="1200" dirty="0" smtClean="0"/>
                        <a:t>Need</a:t>
                      </a:r>
                      <a:r>
                        <a:rPr lang="en-US" sz="1800" u="sng" kern="1200" dirty="0" smtClean="0"/>
                        <a:t>: </a:t>
                      </a:r>
                      <a:r>
                        <a:rPr lang="en-US" sz="1800" kern="1200" dirty="0" smtClean="0"/>
                        <a:t>PCA provides a lower-dimensional  </a:t>
                      </a:r>
                    </a:p>
                    <a:p>
                      <a:pPr algn="l"/>
                      <a:r>
                        <a:rPr lang="en-US" sz="1800" kern="1200" baseline="0" dirty="0" smtClean="0"/>
                        <a:t>     </a:t>
                      </a:r>
                      <a:r>
                        <a:rPr lang="en-US" sz="1800" kern="1200" dirty="0" smtClean="0"/>
                        <a:t>representation of the data, making it easier to visualize   </a:t>
                      </a:r>
                    </a:p>
                    <a:p>
                      <a:pPr algn="l"/>
                      <a:r>
                        <a:rPr lang="en-US" sz="1800" kern="1200" baseline="0" dirty="0" smtClean="0"/>
                        <a:t>     </a:t>
                      </a:r>
                      <a:r>
                        <a:rPr lang="en-US" sz="1800" kern="1200" dirty="0" smtClean="0"/>
                        <a:t>in two or three dimensions.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dirty="0" smtClean="0"/>
                        <a:t>3.  </a:t>
                      </a:r>
                      <a:r>
                        <a:rPr lang="en-US" sz="1800" u="none" dirty="0" smtClean="0"/>
                        <a:t>It</a:t>
                      </a:r>
                      <a:r>
                        <a:rPr lang="en-US" sz="1800" u="none" baseline="0" dirty="0" smtClean="0"/>
                        <a:t> is also commonly used </a:t>
                      </a:r>
                      <a:r>
                        <a:rPr lang="en-US" sz="1800" b="1" u="none" baseline="0" dirty="0" smtClean="0"/>
                        <a:t>for </a:t>
                      </a:r>
                      <a:r>
                        <a:rPr lang="en-US" sz="1800" b="1" dirty="0" smtClean="0"/>
                        <a:t>noise filtering, feature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 smtClean="0"/>
                        <a:t>      </a:t>
                      </a:r>
                      <a:r>
                        <a:rPr lang="en-US" sz="1800" b="1" dirty="0" smtClean="0"/>
                        <a:t>extraction, improved</a:t>
                      </a:r>
                      <a:r>
                        <a:rPr lang="en-US" sz="1800" b="1" kern="1200" dirty="0" smtClean="0"/>
                        <a:t> model performance</a:t>
                      </a:r>
                      <a:r>
                        <a:rPr lang="en-US" sz="1800" kern="1200" dirty="0" smtClean="0"/>
                        <a:t>, </a:t>
                      </a:r>
                      <a:r>
                        <a:rPr lang="en-US" sz="1800" dirty="0" smtClean="0"/>
                        <a:t>and more.</a:t>
                      </a:r>
                    </a:p>
                    <a:p>
                      <a:pPr algn="l"/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26743"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2000" b="1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Straight Connector 12"/>
          <p:cNvCxnSpPr/>
          <p:nvPr/>
        </p:nvCxnSpPr>
        <p:spPr>
          <a:xfrm flipH="1">
            <a:off x="5824025" y="1097280"/>
            <a:ext cx="14067" cy="5542671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Principal20Analysis20principal.gif"/>
          <p:cNvPicPr>
            <a:picLocks noChangeAspect="1"/>
          </p:cNvPicPr>
          <p:nvPr/>
        </p:nvPicPr>
        <p:blipFill>
          <a:blip r:embed="rId2">
            <a:lum bright="-1000" contrast="-33000"/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0D2958-2D68-3D95-14D6-5E0C4C313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2" y="0"/>
            <a:ext cx="10594379" cy="970670"/>
          </a:xfrm>
        </p:spPr>
        <p:txBody>
          <a:bodyPr/>
          <a:lstStyle/>
          <a:p>
            <a:r>
              <a:rPr lang="en-US" sz="4400" b="1" u="sng" dirty="0" smtClean="0">
                <a:solidFill>
                  <a:schemeClr val="tx1"/>
                </a:solidFill>
                <a:latin typeface="Californian FB" pitchFamily="18" charset="0"/>
              </a:rPr>
              <a:t>PCA GOAL &amp; ITS WORKING</a:t>
            </a:r>
            <a:endParaRPr lang="en-US" sz="4400" b="1" u="sng" dirty="0">
              <a:solidFill>
                <a:schemeClr val="tx1"/>
              </a:solidFill>
              <a:latin typeface="Californian FB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AE5605-04C7-B95E-4A96-4EF2CC32A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F32FBA-F07C-10CF-2AC6-16537B63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005840"/>
            <a:ext cx="11995052" cy="568334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If you have a dataset with n features X_1, X_2…….X_n. Initially your data is plotted or represented using n- axes. But you want to replace these n-features with just one, two or three features.</a:t>
            </a:r>
          </a:p>
          <a:p>
            <a:pPr marL="342900" indent="-342900">
              <a:buAutoNum type="arabicPeriod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How  can you choose a new axis, let’s call it the z-axis, that is somehow a good feature for capturing of representing the data?</a:t>
            </a:r>
          </a:p>
          <a:p>
            <a:pPr marL="342900" indent="-342900">
              <a:buAutoNum type="arabicPeriod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Let’s take a look how PCA does this</a:t>
            </a:r>
            <a:r>
              <a:rPr lang="en-US" sz="1800" dirty="0" smtClean="0">
                <a:solidFill>
                  <a:schemeClr val="tx1"/>
                </a:solidFill>
                <a:latin typeface="Calisto MT" pitchFamily="18" charset="0"/>
              </a:rPr>
              <a:t>.</a:t>
            </a:r>
          </a:p>
          <a:p>
            <a:pPr marL="342900" indent="-342900"/>
            <a:endParaRPr lang="en-US" sz="1800" dirty="0" smtClean="0"/>
          </a:p>
          <a:p>
            <a:pPr marL="342900" indent="-342900"/>
            <a:endParaRPr lang="en-US" sz="1800" dirty="0" smtClean="0"/>
          </a:p>
          <a:p>
            <a:pPr marL="342900" indent="-342900"/>
            <a:endParaRPr lang="en-US" sz="1800" dirty="0" smtClean="0"/>
          </a:p>
          <a:p>
            <a:pPr marL="342900" indent="-342900"/>
            <a:endParaRPr lang="en-US" sz="1800" dirty="0" smtClean="0"/>
          </a:p>
          <a:p>
            <a:pPr marL="342900" indent="-342900"/>
            <a:r>
              <a:rPr lang="en-US" sz="1800" b="1" dirty="0" smtClean="0">
                <a:solidFill>
                  <a:schemeClr val="tx1"/>
                </a:solidFill>
              </a:rPr>
              <a:t>4. How we can find the axis (axes) so that the variance of the projected data will be maximum.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9" name="Flowchart: Alternate Process 8"/>
          <p:cNvSpPr/>
          <p:nvPr/>
        </p:nvSpPr>
        <p:spPr>
          <a:xfrm>
            <a:off x="5570808" y="3756075"/>
            <a:ext cx="6049107" cy="1842868"/>
          </a:xfrm>
          <a:prstGeom prst="flowChartAlternateProcess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 smtClean="0"/>
              <a:t>PCA seeks the direction for which the spread (variance) of the projected data is maximum.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Maximize the spread (variance) of projected data and simultaneously minimizing reconstruction error.</a:t>
            </a:r>
            <a:endParaRPr lang="en-US" b="1" dirty="0"/>
          </a:p>
        </p:txBody>
      </p:sp>
      <p:sp>
        <p:nvSpPr>
          <p:cNvPr id="12" name="Flowchart: Alternate Process 11"/>
          <p:cNvSpPr/>
          <p:nvPr/>
        </p:nvSpPr>
        <p:spPr>
          <a:xfrm>
            <a:off x="534573" y="3643534"/>
            <a:ext cx="3685736" cy="1808402"/>
          </a:xfrm>
          <a:prstGeom prst="flowChartAlternate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GOAL OF PCA/PHILOSOHY OF PCA</a:t>
            </a:r>
            <a:endParaRPr lang="en-US" b="1" dirty="0"/>
          </a:p>
        </p:txBody>
      </p:sp>
      <p:sp>
        <p:nvSpPr>
          <p:cNvPr id="14" name="Right Arrow 13"/>
          <p:cNvSpPr/>
          <p:nvPr/>
        </p:nvSpPr>
        <p:spPr>
          <a:xfrm>
            <a:off x="4487594" y="4360985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819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99" y="182881"/>
            <a:ext cx="10515600" cy="575321"/>
          </a:xfrm>
        </p:spPr>
        <p:txBody>
          <a:bodyPr/>
          <a:lstStyle/>
          <a:p>
            <a:r>
              <a:rPr lang="en-US" sz="4800" b="1" u="sng" dirty="0" smtClean="0">
                <a:solidFill>
                  <a:schemeClr val="tx1"/>
                </a:solidFill>
                <a:latin typeface="Californian FB" pitchFamily="18" charset="0"/>
              </a:rPr>
              <a:t>Pca steps:-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67286" y="942535"/>
            <a:ext cx="119247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b="1" dirty="0" smtClean="0">
                <a:solidFill>
                  <a:srgbClr val="333B3C"/>
                </a:solidFill>
                <a:latin typeface="Calisto MT" pitchFamily="18" charset="0"/>
              </a:rPr>
              <a:t>1.    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Get  Data  </a:t>
            </a:r>
            <a:r>
              <a:rPr lang="en-US" b="1" dirty="0" smtClean="0">
                <a:latin typeface="Calisto MT" pitchFamily="18" charset="0"/>
              </a:rPr>
              <a:t>X_1</a:t>
            </a:r>
            <a:r>
              <a:rPr lang="en-US" b="1" dirty="0" smtClean="0">
                <a:latin typeface="Calisto MT" pitchFamily="18" charset="0"/>
              </a:rPr>
              <a:t>, X_2…….</a:t>
            </a:r>
            <a:r>
              <a:rPr lang="en-US" b="1" dirty="0" smtClean="0">
                <a:latin typeface="Calisto MT" pitchFamily="18" charset="0"/>
              </a:rPr>
              <a:t>X_n</a:t>
            </a:r>
            <a:r>
              <a:rPr lang="en-US" b="1" dirty="0" smtClean="0">
                <a:latin typeface="Calisto MT" pitchFamily="18" charset="0"/>
              </a:rPr>
              <a:t> </a:t>
            </a:r>
            <a:r>
              <a:rPr lang="en-US" b="1" dirty="0" smtClean="0">
                <a:latin typeface="Calisto MT" pitchFamily="18" charset="0"/>
              </a:rPr>
              <a:t>R^nx1.</a:t>
            </a:r>
          </a:p>
          <a:p>
            <a:pPr marL="342900" indent="-342900"/>
            <a:r>
              <a:rPr lang="en-US" b="1" dirty="0" smtClean="0">
                <a:latin typeface="Calisto MT" pitchFamily="18" charset="0"/>
              </a:rPr>
              <a:t>       </a:t>
            </a:r>
            <a:r>
              <a:rPr lang="en-US" dirty="0" smtClean="0"/>
              <a:t>Consider </a:t>
            </a:r>
            <a:r>
              <a:rPr lang="en-US" dirty="0" smtClean="0"/>
              <a:t>the two dimensional patterns (2, 1), (3, 5), (4, 3), (5, 6), (6, 7), (7, 8</a:t>
            </a:r>
            <a:r>
              <a:rPr lang="en-US" dirty="0" smtClean="0"/>
              <a:t>).</a:t>
            </a:r>
            <a:endParaRPr lang="en-US" b="1" dirty="0" smtClean="0">
              <a:latin typeface="Calisto MT" pitchFamily="18" charset="0"/>
            </a:endParaRPr>
          </a:p>
          <a:p>
            <a:pPr marL="342900" indent="-342900">
              <a:buAutoNum type="arabicPeriod" startAt="2"/>
            </a:pPr>
            <a:r>
              <a:rPr lang="en-US" b="1" dirty="0" smtClean="0">
                <a:latin typeface="Calisto MT" pitchFamily="18" charset="0"/>
              </a:rPr>
              <a:t>Construct a 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design matrix </a:t>
            </a:r>
            <a:r>
              <a:rPr lang="en-US" b="1" dirty="0" smtClean="0">
                <a:latin typeface="Calisto MT" pitchFamily="18" charset="0"/>
              </a:rPr>
              <a:t>X of order m x n.</a:t>
            </a:r>
          </a:p>
          <a:p>
            <a:pPr marL="342900" indent="-342900"/>
            <a:endParaRPr lang="en-US" b="1" dirty="0" smtClean="0">
              <a:latin typeface="Calisto MT" pitchFamily="18" charset="0"/>
            </a:endParaRPr>
          </a:p>
          <a:p>
            <a:pPr marL="342900" indent="-342900"/>
            <a:endParaRPr lang="en-US" b="1" dirty="0" smtClean="0">
              <a:latin typeface="Calisto MT" pitchFamily="18" charset="0"/>
            </a:endParaRPr>
          </a:p>
          <a:p>
            <a:pPr marL="342900" indent="-342900"/>
            <a:endParaRPr lang="en-US" b="1" dirty="0" smtClean="0">
              <a:latin typeface="Calisto MT" pitchFamily="18" charset="0"/>
            </a:endParaRPr>
          </a:p>
          <a:p>
            <a:pPr marL="342900" indent="-342900">
              <a:buAutoNum type="arabicPeriod" startAt="3"/>
            </a:pPr>
            <a:r>
              <a:rPr lang="en-US" b="1" dirty="0" smtClean="0">
                <a:latin typeface="Calisto MT" pitchFamily="18" charset="0"/>
              </a:rPr>
              <a:t>Calculate the 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Mean Vector (</a:t>
            </a:r>
            <a:r>
              <a:rPr lang="el-GR" b="1" dirty="0" smtClean="0">
                <a:solidFill>
                  <a:srgbClr val="FF0000"/>
                </a:solidFill>
                <a:latin typeface="Arial"/>
                <a:cs typeface="Arial"/>
              </a:rPr>
              <a:t>μ</a:t>
            </a:r>
            <a:r>
              <a:rPr lang="en-US" b="1" dirty="0" smtClean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 </a:t>
            </a:r>
            <a:r>
              <a:rPr lang="en-US" b="1" dirty="0" smtClean="0">
                <a:latin typeface="Calisto MT" pitchFamily="18" charset="0"/>
              </a:rPr>
              <a:t>. Then calculate the (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MSD) Mean 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S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ubtracted Data  (X ¯=  X-</a:t>
            </a:r>
            <a:r>
              <a:rPr lang="el-GR" b="1" dirty="0" smtClean="0">
                <a:solidFill>
                  <a:srgbClr val="FF0000"/>
                </a:solidFill>
                <a:latin typeface="Arial"/>
                <a:cs typeface="Arial"/>
              </a:rPr>
              <a:t>μ</a:t>
            </a:r>
            <a:r>
              <a:rPr lang="en-US" b="1" dirty="0" smtClean="0">
                <a:solidFill>
                  <a:srgbClr val="FF0000"/>
                </a:solidFill>
                <a:latin typeface="Calisto MT" pitchFamily="18" charset="0"/>
              </a:rPr>
              <a:t>).</a:t>
            </a:r>
          </a:p>
          <a:p>
            <a:pPr marL="342900" indent="-342900">
              <a:buAutoNum type="arabicPeriod" startAt="3"/>
            </a:pPr>
            <a:endParaRPr lang="en-US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marL="342900" indent="-342900"/>
            <a:endParaRPr lang="en-US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marL="342900" indent="-342900"/>
            <a:endParaRPr lang="en-US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marL="342900" indent="-342900"/>
            <a:endParaRPr lang="en-US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marL="342900" indent="-342900"/>
            <a:endParaRPr lang="en-US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marL="342900" indent="-342900">
              <a:buAutoNum type="arabicPeriod" startAt="4"/>
            </a:pPr>
            <a:r>
              <a:rPr lang="en-US" b="1" dirty="0" smtClean="0"/>
              <a:t>Find the </a:t>
            </a:r>
            <a:r>
              <a:rPr lang="en-US" b="1" dirty="0" smtClean="0">
                <a:solidFill>
                  <a:srgbClr val="FF0000"/>
                </a:solidFill>
              </a:rPr>
              <a:t>Covariance Matrix(</a:t>
            </a:r>
            <a:r>
              <a:rPr lang="el-GR" b="1" dirty="0" smtClean="0">
                <a:solidFill>
                  <a:srgbClr val="FF0000"/>
                </a:solidFill>
              </a:rPr>
              <a:t>Σ</a:t>
            </a:r>
            <a:r>
              <a:rPr lang="en-US" b="1" dirty="0" smtClean="0">
                <a:solidFill>
                  <a:srgbClr val="FF0000"/>
                </a:solidFill>
              </a:rPr>
              <a:t>) = 1/m*(X^T*X). </a:t>
            </a:r>
            <a:r>
              <a:rPr lang="en-US" b="1" dirty="0" smtClean="0"/>
              <a:t>Covariance matrix is real symmetric matrix of order n x n.</a:t>
            </a:r>
          </a:p>
          <a:p>
            <a:pPr marL="342900" indent="-342900">
              <a:buAutoNum type="arabicPeriod" startAt="4"/>
            </a:pPr>
            <a:endParaRPr lang="en-US" b="1" dirty="0" smtClean="0"/>
          </a:p>
          <a:p>
            <a:pPr marL="342900" indent="-342900"/>
            <a:endParaRPr lang="en-US" b="1" dirty="0" smtClean="0"/>
          </a:p>
          <a:p>
            <a:pPr marL="342900" indent="-342900"/>
            <a:endParaRPr lang="en-US" b="1" dirty="0" smtClean="0"/>
          </a:p>
          <a:p>
            <a:pPr marL="342900" indent="-342900"/>
            <a:endParaRPr lang="en-US" b="1" dirty="0" smtClean="0"/>
          </a:p>
          <a:p>
            <a:pPr marL="342900" indent="-342900"/>
            <a:endParaRPr lang="en-US" b="1" dirty="0" smtClean="0"/>
          </a:p>
          <a:p>
            <a:pPr marL="342900" indent="-342900"/>
            <a:endParaRPr lang="en-US" b="1" dirty="0" smtClean="0"/>
          </a:p>
          <a:p>
            <a:pPr marL="342900" indent="-342900">
              <a:buAutoNum type="arabicPeriod"/>
            </a:pPr>
            <a:endParaRPr lang="en-US" b="1" dirty="0"/>
          </a:p>
        </p:txBody>
      </p:sp>
      <p:pic>
        <p:nvPicPr>
          <p:cNvPr id="16" name="Picture 15" descr="Principal-Component-Analysis-Problem-01-Solution-Step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834" y="1594046"/>
            <a:ext cx="4467225" cy="800100"/>
          </a:xfrm>
          <a:prstGeom prst="rect">
            <a:avLst/>
          </a:prstGeom>
        </p:spPr>
      </p:pic>
      <p:pic>
        <p:nvPicPr>
          <p:cNvPr id="17" name="Picture 16" descr="Principal-Component-Analysis-Problem-01-Solution-Step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07" y="3113356"/>
            <a:ext cx="2409825" cy="800100"/>
          </a:xfrm>
          <a:prstGeom prst="rect">
            <a:avLst/>
          </a:prstGeom>
        </p:spPr>
      </p:pic>
      <p:pic>
        <p:nvPicPr>
          <p:cNvPr id="18" name="Picture 17" descr="Principal-Component-Analysis-Problem-01-Solution-Step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401" y="3057085"/>
            <a:ext cx="4505325" cy="800100"/>
          </a:xfrm>
          <a:prstGeom prst="rect">
            <a:avLst/>
          </a:prstGeom>
        </p:spPr>
      </p:pic>
      <p:pic>
        <p:nvPicPr>
          <p:cNvPr id="19" name="Picture 18" descr="Principal-Component-Analysis-Problem-01-Solution-Step-4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05" y="4779132"/>
            <a:ext cx="4791075" cy="1266825"/>
          </a:xfrm>
          <a:prstGeom prst="rect">
            <a:avLst/>
          </a:prstGeom>
        </p:spPr>
      </p:pic>
      <p:pic>
        <p:nvPicPr>
          <p:cNvPr id="20" name="Picture 19" descr="Principal-Component-Analysis-Problem-01-Solution-Step-4-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047" y="4768948"/>
            <a:ext cx="4567310" cy="179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7919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5. 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Calculate the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Eigen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values and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Eigen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vectors of the covariance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matrix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.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λ is an eigen value for a matrix M if it is a solution of the characteristic equation |M – </a:t>
            </a:r>
            <a:r>
              <a:rPr lang="en-US" sz="1800" b="1" dirty="0" err="1" smtClean="0">
                <a:solidFill>
                  <a:schemeClr val="tx1"/>
                </a:solidFill>
                <a:latin typeface="Calisto MT" pitchFamily="18" charset="0"/>
              </a:rPr>
              <a:t>λI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| = 0.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So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, we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have-   </a:t>
            </a: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fontAlgn="base">
              <a:buNone/>
            </a:pPr>
            <a:r>
              <a:rPr lang="en-US" dirty="0" smtClean="0"/>
              <a:t>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Solving the determinant,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we get λ = 8.22,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0.38. Thus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, two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Eigen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values are λ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1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= 8.22 and λ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2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= 0.38.</a:t>
            </a:r>
          </a:p>
          <a:p>
            <a:pPr fontAlgn="base">
              <a:buNone/>
            </a:pPr>
            <a:r>
              <a:rPr lang="en-US" dirty="0" smtClean="0"/>
              <a:t> </a:t>
            </a:r>
            <a:r>
              <a:rPr lang="en-US" dirty="0" smtClean="0"/>
              <a:t>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Clearly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, the second eigen value is very small compared to the first eigen value.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 So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, the second eigen vector can be left out.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Eigen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vector corresponding to the greatest eigen value is the principal component for the given data set.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So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. we find the eigen vector corresponding to eigen value λ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1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.</a:t>
            </a:r>
          </a:p>
          <a:p>
            <a:pPr fontAlgn="base">
              <a:buNone/>
            </a:pPr>
            <a:r>
              <a:rPr lang="en-US" dirty="0" smtClean="0"/>
              <a:t> 	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We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use the following equation to find the eigen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vector-    </a:t>
            </a:r>
            <a:r>
              <a:rPr lang="el-GR" sz="1800" b="1" dirty="0" smtClean="0">
                <a:solidFill>
                  <a:schemeClr val="tx1"/>
                </a:solidFill>
                <a:latin typeface="Arial"/>
                <a:cs typeface="Arial"/>
              </a:rPr>
              <a:t>Σ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μ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= λ</a:t>
            </a:r>
            <a:r>
              <a:rPr lang="el-GR" sz="1800" b="1" dirty="0" smtClean="0">
                <a:solidFill>
                  <a:schemeClr val="tx1"/>
                </a:solidFill>
                <a:latin typeface="Arial"/>
                <a:cs typeface="Arial"/>
              </a:rPr>
              <a:t>μ</a:t>
            </a: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</a:t>
            </a:r>
            <a:endParaRPr lang="en-US" sz="1800" b="1" dirty="0" smtClean="0">
              <a:solidFill>
                <a:srgbClr val="FF0000"/>
              </a:solidFill>
              <a:latin typeface="Calisto MT" pitchFamily="18" charset="0"/>
            </a:endParaRPr>
          </a:p>
          <a:p>
            <a:pPr fontAlgn="base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9" name="Picture 8" descr="Principal-Component-Analysis-Problem-01-Solution-Step-5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06" y="914400"/>
            <a:ext cx="4794740" cy="17584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Substituting the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values in the above equation, we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get-</a:t>
            </a:r>
          </a:p>
          <a:p>
            <a:pPr>
              <a:buNone/>
            </a:pP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On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simplification, we get-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5.3X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1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= 3.67X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2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      ………(1)</a:t>
            </a: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3.67X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1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= 2.55X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2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    ………(2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)</a:t>
            </a:r>
          </a:p>
          <a:p>
            <a:pPr fontAlgn="base">
              <a:buNone/>
            </a:pP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From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(1) and (2), 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1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 = 0.69X</a:t>
            </a:r>
            <a:r>
              <a:rPr lang="en-US" sz="1800" b="1" baseline="-25000" dirty="0" smtClean="0">
                <a:solidFill>
                  <a:schemeClr val="tx1"/>
                </a:solidFill>
                <a:latin typeface="Calisto MT" pitchFamily="18" charset="0"/>
              </a:rPr>
              <a:t>2</a:t>
            </a: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fontAlgn="base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From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(2), the eigen vector is-</a:t>
            </a:r>
          </a:p>
          <a:p>
            <a:pPr fontAlgn="base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9" name="Picture 8" descr="Principal-Component-Analysis-Problem-01-Solution-Step-5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864" y="323556"/>
            <a:ext cx="3657600" cy="809625"/>
          </a:xfrm>
          <a:prstGeom prst="rect">
            <a:avLst/>
          </a:prstGeom>
        </p:spPr>
      </p:pic>
      <p:pic>
        <p:nvPicPr>
          <p:cNvPr id="10" name="Picture 9" descr="Principal-Component-Analysis-Problem-01-Solution-Step-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873" y="2306734"/>
            <a:ext cx="3457575" cy="8096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0471" y="3455349"/>
            <a:ext cx="5372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sto MT" pitchFamily="18" charset="0"/>
              </a:rPr>
              <a:t>Thus, principal component for the given data set is-</a:t>
            </a:r>
            <a:endParaRPr lang="en-US" b="1" dirty="0">
              <a:latin typeface="Calisto MT" pitchFamily="18" charset="0"/>
            </a:endParaRPr>
          </a:p>
        </p:txBody>
      </p:sp>
      <p:pic>
        <p:nvPicPr>
          <p:cNvPr id="12" name="Picture 11" descr="Principal-Component-Analysis-Problem-01-Solution-Step-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78" y="4079263"/>
            <a:ext cx="4124325" cy="80962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03274" y="5483274"/>
            <a:ext cx="55614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listo MT" pitchFamily="18" charset="0"/>
              </a:rPr>
              <a:t>Lastly, we project the data points onto the new subspace as-</a:t>
            </a:r>
            <a:endParaRPr lang="en-US" b="1" dirty="0">
              <a:latin typeface="Calisto MT" pitchFamily="18" charset="0"/>
            </a:endParaRPr>
          </a:p>
        </p:txBody>
      </p:sp>
      <p:pic>
        <p:nvPicPr>
          <p:cNvPr id="14" name="Picture 13" descr="Principal-Component-Analysis-Problem-01-Solution-Step-5-05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237" y="3339758"/>
            <a:ext cx="3916828" cy="3257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s.jfif"/>
          <p:cNvPicPr>
            <a:picLocks noChangeAspect="1"/>
          </p:cNvPicPr>
          <p:nvPr/>
        </p:nvPicPr>
        <p:blipFill>
          <a:blip r:embed="rId2">
            <a:lum bright="3000" contrast="-11000"/>
          </a:blip>
          <a:stretch>
            <a:fillRect/>
          </a:stretch>
        </p:blipFill>
        <p:spPr>
          <a:xfrm>
            <a:off x="6703256" y="2124222"/>
            <a:ext cx="4733778" cy="416403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Take axis  </a:t>
            </a:r>
            <a:r>
              <a:rPr lang="el-GR" sz="1800" b="1" dirty="0" smtClean="0">
                <a:solidFill>
                  <a:schemeClr val="tx1"/>
                </a:solidFill>
              </a:rPr>
              <a:t>μ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of order n x 1.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Then  we calculate the weight vector W=X¯</a:t>
            </a:r>
            <a:r>
              <a:rPr lang="el-GR" sz="1800" b="1" dirty="0" smtClean="0">
                <a:solidFill>
                  <a:schemeClr val="tx1"/>
                </a:solidFill>
              </a:rPr>
              <a:t>μ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(projection). Here W = projected data.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Then calculate Variance of projected data i.e., Variance (W) = 1/m </a:t>
            </a:r>
            <a:r>
              <a:rPr lang="el-GR" sz="1800" b="1" dirty="0" smtClean="0">
                <a:solidFill>
                  <a:schemeClr val="tx1"/>
                </a:solidFill>
              </a:rPr>
              <a:t>Σ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i=1 to m (w^(i) – Mw)^2.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The above equation simplifies to Variance (W) = 1/m </a:t>
            </a:r>
            <a:r>
              <a:rPr lang="el-GR" sz="1800" b="1" dirty="0" smtClean="0">
                <a:solidFill>
                  <a:schemeClr val="tx1"/>
                </a:solidFill>
              </a:rPr>
              <a:t>Σ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i=1 to m (W^(i))^2. as the mean centered data is 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zero., so we can eliminate the mean term. 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We can now simplify It more and get the equation –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Variance (W) = 1/m*(W^T * w).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Now we have to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maximize this equation Variance (W) = 1/m*(</a:t>
            </a:r>
            <a:r>
              <a:rPr lang="en-US" sz="1800" b="1" dirty="0" err="1" smtClean="0">
                <a:solidFill>
                  <a:srgbClr val="FF0000"/>
                </a:solidFill>
                <a:latin typeface="Calisto MT" pitchFamily="18" charset="0"/>
              </a:rPr>
              <a:t>W^t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 * w). Subject to constraint </a:t>
            </a:r>
            <a:r>
              <a:rPr lang="el-GR" sz="1800" b="1" dirty="0" smtClean="0">
                <a:solidFill>
                  <a:srgbClr val="FF0000"/>
                </a:solidFill>
              </a:rPr>
              <a:t>μ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^T </a:t>
            </a:r>
            <a:r>
              <a:rPr lang="el-GR" sz="1800" b="1" dirty="0" smtClean="0">
                <a:solidFill>
                  <a:srgbClr val="FF0000"/>
                </a:solidFill>
              </a:rPr>
              <a:t>μ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=1</a:t>
            </a:r>
          </a:p>
          <a:p>
            <a:pPr marL="745236" lvl="1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As X&amp;Y are orthogonal and orthonormal. Then calculate this by using constant optimization problem.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On doing some math works we get :-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</a:t>
            </a:r>
            <a:r>
              <a:rPr lang="el-GR" sz="1800" b="1" dirty="0" smtClean="0">
                <a:solidFill>
                  <a:srgbClr val="FF0000"/>
                </a:solidFill>
              </a:rPr>
              <a:t>Σμ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= </a:t>
            </a:r>
            <a:r>
              <a:rPr lang="el-GR" sz="1800" b="1" dirty="0" smtClean="0">
                <a:solidFill>
                  <a:srgbClr val="FF0000"/>
                </a:solidFill>
              </a:rPr>
              <a:t>λμ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 which is Eigen value - Eigen vector equation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.</a:t>
            </a: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	     where, </a:t>
            </a:r>
            <a:r>
              <a:rPr lang="el-GR" sz="1800" b="1" dirty="0" smtClean="0">
                <a:solidFill>
                  <a:schemeClr val="tx1"/>
                </a:solidFill>
              </a:rPr>
              <a:t>μ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= Eigen Vector of Covariance Matrix </a:t>
            </a:r>
            <a:r>
              <a:rPr lang="el-GR" sz="1800" b="1" dirty="0" smtClean="0">
                <a:solidFill>
                  <a:schemeClr val="tx1"/>
                </a:solidFill>
              </a:rPr>
              <a:t>Σ</a:t>
            </a: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marL="342900" indent="-34290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       </a:t>
            </a:r>
            <a:r>
              <a:rPr lang="el-GR" sz="1800" b="1" dirty="0" smtClean="0">
                <a:solidFill>
                  <a:schemeClr val="tx1"/>
                </a:solidFill>
              </a:rPr>
              <a:t>λ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= Eigen value of Covariance Matrix </a:t>
            </a:r>
            <a:r>
              <a:rPr lang="el-GR" sz="1800" b="1" dirty="0" smtClean="0">
                <a:solidFill>
                  <a:schemeClr val="tx1"/>
                </a:solidFill>
              </a:rPr>
              <a:t>Σ</a:t>
            </a:r>
            <a:endParaRPr lang="en-US" sz="1800" b="1" dirty="0" smtClean="0">
              <a:solidFill>
                <a:schemeClr val="tx1"/>
              </a:solidFill>
              <a:latin typeface="Calisto MT" pitchFamily="18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 Hence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basis vector PCA are the Eigen vectors of covariance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matrix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 Then select the Eigen Value corresponding to the highest Eigen Vector and write it in the form of Orthonormal Eigen Vector ( so this is our PRINCIPAL COMPONENT) which has more information means more spread.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9715" y="231415"/>
            <a:ext cx="9770716" cy="668918"/>
          </a:xfrm>
        </p:spPr>
        <p:txBody>
          <a:bodyPr/>
          <a:lstStyle/>
          <a:p>
            <a:r>
              <a:rPr lang="en-US" sz="4000" b="1" u="sng" dirty="0" smtClean="0">
                <a:solidFill>
                  <a:schemeClr val="tx1"/>
                </a:solidFill>
                <a:latin typeface="Californian FB" pitchFamily="18" charset="0"/>
              </a:rPr>
              <a:t>RECONSTRUCTION OF DATA</a:t>
            </a:r>
            <a:endParaRPr lang="en-US" sz="4000" b="1" u="sng" dirty="0">
              <a:solidFill>
                <a:schemeClr val="tx1"/>
              </a:solidFill>
              <a:latin typeface="Californian FB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68812" y="829995"/>
            <a:ext cx="12023188" cy="6028005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In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(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PCA), the main objective is to transform the original data into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a new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set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of variables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called principal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components, which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are linear combinations of the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original variables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.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The primary reason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for reconstructing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the data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is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to reduce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its dimensionality while retaining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as much of the original information as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possible. </a:t>
            </a:r>
          </a:p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We project the data into low dimensional subspace of dimension k, i.e. we are choosing k numbers of Eigen vectors , each Eigen Vector of dimension. Take, X=[x1 x2 x3]  U = [u1 u2 ……</a:t>
            </a:r>
            <a:r>
              <a:rPr lang="en-US" sz="1800" b="1" dirty="0" err="1" smtClean="0">
                <a:solidFill>
                  <a:schemeClr val="tx1"/>
                </a:solidFill>
                <a:latin typeface="Calisto MT" pitchFamily="18" charset="0"/>
              </a:rPr>
              <a:t>u_k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] </a:t>
            </a:r>
          </a:p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Project X on U means X is projected on each Eigen Vector and k nos. of Weights are generated.  W=U^T*X</a:t>
            </a:r>
          </a:p>
          <a:p>
            <a:pPr algn="just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   Therefore, reconstruction(r)=W^T*U^T   OR  </a:t>
            </a:r>
            <a:r>
              <a:rPr lang="en-US" sz="1800" b="1" dirty="0" err="1" smtClean="0">
                <a:solidFill>
                  <a:schemeClr val="tx1"/>
                </a:solidFill>
                <a:latin typeface="Calisto MT" pitchFamily="18" charset="0"/>
              </a:rPr>
              <a:t>r^t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=W*U of dimension nx1.</a:t>
            </a:r>
          </a:p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Reconstruction Error = 1/m (X-</a:t>
            </a:r>
            <a:r>
              <a:rPr lang="en-US" sz="1800" b="1" dirty="0" err="1" smtClean="0">
                <a:solidFill>
                  <a:schemeClr val="tx1"/>
                </a:solidFill>
                <a:latin typeface="Calisto MT" pitchFamily="18" charset="0"/>
              </a:rPr>
              <a:t>r^t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)^T*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(X-</a:t>
            </a:r>
            <a:r>
              <a:rPr lang="en-US" sz="1800" b="1" dirty="0" err="1" smtClean="0">
                <a:solidFill>
                  <a:schemeClr val="tx1"/>
                </a:solidFill>
                <a:latin typeface="Calisto MT" pitchFamily="18" charset="0"/>
              </a:rPr>
              <a:t>r^t</a:t>
            </a: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)</a:t>
            </a:r>
          </a:p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chemeClr val="tx1"/>
                </a:solidFill>
                <a:latin typeface="Calisto MT" pitchFamily="18" charset="0"/>
              </a:rPr>
              <a:t> On solving this we get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-  ERROR = </a:t>
            </a:r>
            <a:r>
              <a:rPr lang="el-GR" sz="1800" b="1" dirty="0" smtClean="0">
                <a:solidFill>
                  <a:srgbClr val="FF0000"/>
                </a:solidFill>
                <a:latin typeface="Arial"/>
                <a:cs typeface="Arial"/>
              </a:rPr>
              <a:t>Σ</a:t>
            </a:r>
            <a:r>
              <a:rPr lang="en-US" sz="1800" b="1" dirty="0" smtClean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lang="en-US" sz="1800" b="1" dirty="0" smtClean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lang="el-GR" sz="1800" b="1" dirty="0" smtClean="0">
                <a:solidFill>
                  <a:srgbClr val="FF0000"/>
                </a:solidFill>
                <a:latin typeface="Arial"/>
                <a:cs typeface="Arial"/>
              </a:rPr>
              <a:t>Σ</a:t>
            </a:r>
            <a:r>
              <a:rPr lang="en-US" sz="1800" b="1" dirty="0" smtClean="0">
                <a:solidFill>
                  <a:srgbClr val="FF0000"/>
                </a:solidFill>
                <a:latin typeface="Arial"/>
                <a:cs typeface="Arial"/>
              </a:rPr>
              <a:t>W</a:t>
            </a:r>
          </a:p>
          <a:p>
            <a:pPr algn="just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Arial"/>
                <a:cs typeface="Arial"/>
              </a:rPr>
              <a:t>	Where, </a:t>
            </a:r>
            <a:r>
              <a:rPr lang="el-GR" sz="1800" b="1" dirty="0" smtClean="0">
                <a:solidFill>
                  <a:schemeClr val="tx1"/>
                </a:solidFill>
                <a:cs typeface="Arial"/>
              </a:rPr>
              <a:t>Σ</a:t>
            </a:r>
            <a:r>
              <a:rPr lang="en-US" sz="1800" b="1" dirty="0" smtClean="0">
                <a:solidFill>
                  <a:schemeClr val="tx1"/>
                </a:solidFill>
                <a:cs typeface="Arial"/>
              </a:rPr>
              <a:t>W = variance of W                      </a:t>
            </a:r>
            <a:r>
              <a:rPr lang="en-US" sz="1800" b="1" dirty="0" smtClean="0">
                <a:solidFill>
                  <a:srgbClr val="FF0000"/>
                </a:solidFill>
                <a:cs typeface="Arial"/>
              </a:rPr>
              <a:t>Variance + Reconstruction Error =  Construction</a:t>
            </a:r>
          </a:p>
          <a:p>
            <a:pPr algn="just">
              <a:buFont typeface="Wingdings" pitchFamily="2" charset="2"/>
              <a:buChar char="q"/>
            </a:pP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Hence to minimize reconstruction error we need to maximize the variance of projected data Maximizing the variance of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projected data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W gives the eigenvector of the covariance matrix of data X which is the basis of </a:t>
            </a:r>
            <a:r>
              <a:rPr lang="en-US" sz="1800" b="1" dirty="0" smtClean="0">
                <a:solidFill>
                  <a:srgbClr val="FF0000"/>
                </a:solidFill>
                <a:latin typeface="Calisto MT" pitchFamily="18" charset="0"/>
              </a:rPr>
              <a:t>PC.</a:t>
            </a:r>
          </a:p>
          <a:p>
            <a:pPr algn="just">
              <a:buNone/>
            </a:pPr>
            <a:endParaRPr lang="en-US" sz="1800" b="1" dirty="0">
              <a:solidFill>
                <a:schemeClr val="tx1"/>
              </a:solidFill>
              <a:latin typeface="Calisto MT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="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1221" y="287684"/>
            <a:ext cx="1673352" cy="274320"/>
          </a:xfrm>
        </p:spPr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7" name="Title 26"/>
          <p:cNvSpPr>
            <a:spLocks noGrp="1"/>
          </p:cNvSpPr>
          <p:nvPr>
            <p:ph type="title"/>
          </p:nvPr>
        </p:nvSpPr>
        <p:spPr>
          <a:xfrm>
            <a:off x="223676" y="309488"/>
            <a:ext cx="11968324" cy="575321"/>
          </a:xfrm>
        </p:spPr>
        <p:txBody>
          <a:bodyPr/>
          <a:lstStyle/>
          <a:p>
            <a:r>
              <a:rPr lang="en-US" sz="4800" b="1" u="sng" dirty="0" smtClean="0">
                <a:solidFill>
                  <a:schemeClr val="tx1"/>
                </a:solidFill>
                <a:latin typeface="Californian FB" pitchFamily="18" charset="0"/>
              </a:rPr>
              <a:t>Applications &amp; limitations of pca</a:t>
            </a:r>
            <a:endParaRPr lang="en-US" sz="4800" b="1" u="sng" dirty="0">
              <a:solidFill>
                <a:schemeClr val="tx1"/>
              </a:solidFill>
              <a:latin typeface="Californian FB" pitchFamily="18" charset="0"/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381938" y="1612861"/>
            <a:ext cx="4828032" cy="490538"/>
          </a:xfrm>
        </p:spPr>
        <p:txBody>
          <a:bodyPr/>
          <a:lstStyle/>
          <a:p>
            <a:r>
              <a:rPr lang="en-US" sz="2400" dirty="0" smtClean="0">
                <a:solidFill>
                  <a:schemeClr val="tx1"/>
                </a:solidFill>
              </a:rPr>
              <a:t>Applications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5"/>
          </p:nvPr>
        </p:nvSpPr>
        <p:spPr>
          <a:xfrm>
            <a:off x="365760" y="2349305"/>
            <a:ext cx="4754880" cy="326536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Used to reduce Over fitting visualize multidimensional data.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It is used to reduce the number of dimensions in healthcare data.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PCA can help resize an image.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It helps in data compression and hence reduce storage space.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Speeding of training of a supervised learning model.</a:t>
            </a:r>
          </a:p>
          <a:p>
            <a:pPr marL="342900" indent="-342900">
              <a:buAutoNum type="arabicPeriod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6"/>
          </p:nvPr>
        </p:nvSpPr>
        <p:spPr>
          <a:xfrm>
            <a:off x="5943600" y="2391508"/>
            <a:ext cx="4754880" cy="322316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It may lead to some amount of data loss.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We may not know how many principal components to keep. 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PCA is sensitive to outliers.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PCA tends to find linear correlations between variables, which is sometimes undesirable.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solidFill>
                  <a:schemeClr val="tx1"/>
                </a:solidFill>
              </a:rPr>
              <a:t>PCA is not robust to missing values.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0634" y="1584346"/>
            <a:ext cx="4923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Limitations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7384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9E68CAB-039E-A905-EBCB-A4DF0FE6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44" y="2333127"/>
            <a:ext cx="4608576" cy="1709928"/>
          </a:xfrm>
        </p:spPr>
        <p:txBody>
          <a:bodyPr/>
          <a:lstStyle/>
          <a:p>
            <a:r>
              <a:rPr lang="en-US" sz="8000" b="1" dirty="0">
                <a:latin typeface="Californian FB" pitchFamily="18" charset="0"/>
              </a:rPr>
              <a:t>Thank</a:t>
            </a:r>
            <a:r>
              <a:rPr lang="en-US" sz="8000" b="1" dirty="0"/>
              <a:t> </a:t>
            </a:r>
            <a:r>
              <a:rPr lang="en-US" sz="8000" b="1" dirty="0">
                <a:latin typeface="Californian FB" pitchFamily="18" charset="0"/>
              </a:rPr>
              <a:t>you</a:t>
            </a:r>
          </a:p>
        </p:txBody>
      </p:sp>
      <p:sp>
        <p:nvSpPr>
          <p:cNvPr id="460" name="Freeform: Shape 459" descr="Highly detailed hand drawn flower">
            <a:extLst>
              <a:ext uri="{FF2B5EF4-FFF2-40B4-BE49-F238E27FC236}">
                <a16:creationId xmlns:a16="http://schemas.microsoft.com/office/drawing/2014/main" xmlns="" id="{1C5B2FE3-D0BC-03E4-B734-E72BECE3D743}"/>
              </a:ext>
            </a:extLst>
          </p:cNvPr>
          <p:cNvSpPr/>
          <p:nvPr/>
        </p:nvSpPr>
        <p:spPr>
          <a:xfrm>
            <a:off x="5871726" y="5197797"/>
            <a:ext cx="6320274" cy="1660203"/>
          </a:xfrm>
          <a:custGeom>
            <a:avLst/>
            <a:gdLst>
              <a:gd name="connsiteX0" fmla="*/ 2010310 w 6320274"/>
              <a:gd name="connsiteY0" fmla="*/ 1648299 h 1660203"/>
              <a:gd name="connsiteX1" fmla="*/ 2034652 w 6320274"/>
              <a:gd name="connsiteY1" fmla="*/ 1653976 h 1660203"/>
              <a:gd name="connsiteX2" fmla="*/ 2015102 w 6320274"/>
              <a:gd name="connsiteY2" fmla="*/ 1659214 h 1660203"/>
              <a:gd name="connsiteX3" fmla="*/ 1990497 w 6320274"/>
              <a:gd name="connsiteY3" fmla="*/ 1657373 h 1660203"/>
              <a:gd name="connsiteX4" fmla="*/ 2010310 w 6320274"/>
              <a:gd name="connsiteY4" fmla="*/ 1648299 h 1660203"/>
              <a:gd name="connsiteX5" fmla="*/ 2259881 w 6320274"/>
              <a:gd name="connsiteY5" fmla="*/ 1638022 h 1660203"/>
              <a:gd name="connsiteX6" fmla="*/ 2384294 w 6320274"/>
              <a:gd name="connsiteY6" fmla="*/ 1644873 h 1660203"/>
              <a:gd name="connsiteX7" fmla="*/ 2495936 w 6320274"/>
              <a:gd name="connsiteY7" fmla="*/ 1644124 h 1660203"/>
              <a:gd name="connsiteX8" fmla="*/ 2634172 w 6320274"/>
              <a:gd name="connsiteY8" fmla="*/ 1647841 h 1660203"/>
              <a:gd name="connsiteX9" fmla="*/ 2640915 w 6320274"/>
              <a:gd name="connsiteY9" fmla="*/ 1657280 h 1660203"/>
              <a:gd name="connsiteX10" fmla="*/ 2735881 w 6320274"/>
              <a:gd name="connsiteY10" fmla="*/ 1659438 h 1660203"/>
              <a:gd name="connsiteX11" fmla="*/ 2748009 w 6320274"/>
              <a:gd name="connsiteY11" fmla="*/ 1660203 h 1660203"/>
              <a:gd name="connsiteX12" fmla="*/ 2479270 w 6320274"/>
              <a:gd name="connsiteY12" fmla="*/ 1660203 h 1660203"/>
              <a:gd name="connsiteX13" fmla="*/ 2390627 w 6320274"/>
              <a:gd name="connsiteY13" fmla="*/ 1654174 h 1660203"/>
              <a:gd name="connsiteX14" fmla="*/ 2051645 w 6320274"/>
              <a:gd name="connsiteY14" fmla="*/ 1650005 h 1660203"/>
              <a:gd name="connsiteX15" fmla="*/ 2115651 w 6320274"/>
              <a:gd name="connsiteY15" fmla="*/ 1641636 h 1660203"/>
              <a:gd name="connsiteX16" fmla="*/ 2139071 w 6320274"/>
              <a:gd name="connsiteY16" fmla="*/ 1648169 h 1660203"/>
              <a:gd name="connsiteX17" fmla="*/ 2259881 w 6320274"/>
              <a:gd name="connsiteY17" fmla="*/ 1638022 h 1660203"/>
              <a:gd name="connsiteX18" fmla="*/ 1092944 w 6320274"/>
              <a:gd name="connsiteY18" fmla="*/ 1625967 h 1660203"/>
              <a:gd name="connsiteX19" fmla="*/ 1334818 w 6320274"/>
              <a:gd name="connsiteY19" fmla="*/ 1652135 h 1660203"/>
              <a:gd name="connsiteX20" fmla="*/ 1383455 w 6320274"/>
              <a:gd name="connsiteY20" fmla="*/ 1660203 h 1660203"/>
              <a:gd name="connsiteX21" fmla="*/ 1303587 w 6320274"/>
              <a:gd name="connsiteY21" fmla="*/ 1660203 h 1660203"/>
              <a:gd name="connsiteX22" fmla="*/ 1094282 w 6320274"/>
              <a:gd name="connsiteY22" fmla="*/ 1632053 h 1660203"/>
              <a:gd name="connsiteX23" fmla="*/ 1092540 w 6320274"/>
              <a:gd name="connsiteY23" fmla="*/ 1626543 h 1660203"/>
              <a:gd name="connsiteX24" fmla="*/ 1020395 w 6320274"/>
              <a:gd name="connsiteY24" fmla="*/ 1617631 h 1660203"/>
              <a:gd name="connsiteX25" fmla="*/ 1020480 w 6320274"/>
              <a:gd name="connsiteY25" fmla="*/ 1618121 h 1660203"/>
              <a:gd name="connsiteX26" fmla="*/ 1075661 w 6320274"/>
              <a:gd name="connsiteY26" fmla="*/ 1629736 h 1660203"/>
              <a:gd name="connsiteX27" fmla="*/ 1019052 w 6320274"/>
              <a:gd name="connsiteY27" fmla="*/ 1625699 h 1660203"/>
              <a:gd name="connsiteX28" fmla="*/ 1020395 w 6320274"/>
              <a:gd name="connsiteY28" fmla="*/ 1617631 h 1660203"/>
              <a:gd name="connsiteX29" fmla="*/ 2441704 w 6320274"/>
              <a:gd name="connsiteY29" fmla="*/ 1608403 h 1660203"/>
              <a:gd name="connsiteX30" fmla="*/ 2483910 w 6320274"/>
              <a:gd name="connsiteY30" fmla="*/ 1616402 h 1660203"/>
              <a:gd name="connsiteX31" fmla="*/ 2469054 w 6320274"/>
              <a:gd name="connsiteY31" fmla="*/ 1622508 h 1660203"/>
              <a:gd name="connsiteX32" fmla="*/ 2405368 w 6320274"/>
              <a:gd name="connsiteY32" fmla="*/ 1614164 h 1660203"/>
              <a:gd name="connsiteX33" fmla="*/ 2441704 w 6320274"/>
              <a:gd name="connsiteY33" fmla="*/ 1608403 h 1660203"/>
              <a:gd name="connsiteX34" fmla="*/ 937737 w 6320274"/>
              <a:gd name="connsiteY34" fmla="*/ 1606507 h 1660203"/>
              <a:gd name="connsiteX35" fmla="*/ 1015140 w 6320274"/>
              <a:gd name="connsiteY35" fmla="*/ 1616525 h 1660203"/>
              <a:gd name="connsiteX36" fmla="*/ 998682 w 6320274"/>
              <a:gd name="connsiteY36" fmla="*/ 1619202 h 1660203"/>
              <a:gd name="connsiteX37" fmla="*/ 937737 w 6320274"/>
              <a:gd name="connsiteY37" fmla="*/ 1606507 h 1660203"/>
              <a:gd name="connsiteX38" fmla="*/ 4211655 w 6320274"/>
              <a:gd name="connsiteY38" fmla="*/ 1605025 h 1660203"/>
              <a:gd name="connsiteX39" fmla="*/ 4189576 w 6320274"/>
              <a:gd name="connsiteY39" fmla="*/ 1623022 h 1660203"/>
              <a:gd name="connsiteX40" fmla="*/ 4310991 w 6320274"/>
              <a:gd name="connsiteY40" fmla="*/ 1645843 h 1660203"/>
              <a:gd name="connsiteX41" fmla="*/ 4211655 w 6320274"/>
              <a:gd name="connsiteY41" fmla="*/ 1605025 h 1660203"/>
              <a:gd name="connsiteX42" fmla="*/ 3341193 w 6320274"/>
              <a:gd name="connsiteY42" fmla="*/ 1604974 h 1660203"/>
              <a:gd name="connsiteX43" fmla="*/ 3324036 w 6320274"/>
              <a:gd name="connsiteY43" fmla="*/ 1608027 h 1660203"/>
              <a:gd name="connsiteX44" fmla="*/ 3323834 w 6320274"/>
              <a:gd name="connsiteY44" fmla="*/ 1608314 h 1660203"/>
              <a:gd name="connsiteX45" fmla="*/ 3341201 w 6320274"/>
              <a:gd name="connsiteY45" fmla="*/ 1619188 h 1660203"/>
              <a:gd name="connsiteX46" fmla="*/ 3354053 w 6320274"/>
              <a:gd name="connsiteY46" fmla="*/ 1607599 h 1660203"/>
              <a:gd name="connsiteX47" fmla="*/ 3341193 w 6320274"/>
              <a:gd name="connsiteY47" fmla="*/ 1604974 h 1660203"/>
              <a:gd name="connsiteX48" fmla="*/ 914822 w 6320274"/>
              <a:gd name="connsiteY48" fmla="*/ 1603866 h 1660203"/>
              <a:gd name="connsiteX49" fmla="*/ 933766 w 6320274"/>
              <a:gd name="connsiteY49" fmla="*/ 1614022 h 1660203"/>
              <a:gd name="connsiteX50" fmla="*/ 894467 w 6320274"/>
              <a:gd name="connsiteY50" fmla="*/ 1604947 h 1660203"/>
              <a:gd name="connsiteX51" fmla="*/ 914822 w 6320274"/>
              <a:gd name="connsiteY51" fmla="*/ 1603866 h 1660203"/>
              <a:gd name="connsiteX52" fmla="*/ 4152014 w 6320274"/>
              <a:gd name="connsiteY52" fmla="*/ 1601011 h 1660203"/>
              <a:gd name="connsiteX53" fmla="*/ 4148790 w 6320274"/>
              <a:gd name="connsiteY53" fmla="*/ 1605616 h 1660203"/>
              <a:gd name="connsiteX54" fmla="*/ 4158958 w 6320274"/>
              <a:gd name="connsiteY54" fmla="*/ 1610161 h 1660203"/>
              <a:gd name="connsiteX55" fmla="*/ 4165011 w 6320274"/>
              <a:gd name="connsiteY55" fmla="*/ 1605822 h 1660203"/>
              <a:gd name="connsiteX56" fmla="*/ 4152014 w 6320274"/>
              <a:gd name="connsiteY56" fmla="*/ 1601011 h 1660203"/>
              <a:gd name="connsiteX57" fmla="*/ 2312829 w 6320274"/>
              <a:gd name="connsiteY57" fmla="*/ 1598695 h 1660203"/>
              <a:gd name="connsiteX58" fmla="*/ 2399856 w 6320274"/>
              <a:gd name="connsiteY58" fmla="*/ 1615881 h 1660203"/>
              <a:gd name="connsiteX59" fmla="*/ 2314658 w 6320274"/>
              <a:gd name="connsiteY59" fmla="*/ 1604694 h 1660203"/>
              <a:gd name="connsiteX60" fmla="*/ 2314860 w 6320274"/>
              <a:gd name="connsiteY60" fmla="*/ 1604406 h 1660203"/>
              <a:gd name="connsiteX61" fmla="*/ 2312829 w 6320274"/>
              <a:gd name="connsiteY61" fmla="*/ 1598695 h 1660203"/>
              <a:gd name="connsiteX62" fmla="*/ 5237633 w 6320274"/>
              <a:gd name="connsiteY62" fmla="*/ 1596379 h 1660203"/>
              <a:gd name="connsiteX63" fmla="*/ 5266254 w 6320274"/>
              <a:gd name="connsiteY63" fmla="*/ 1602440 h 1660203"/>
              <a:gd name="connsiteX64" fmla="*/ 5298042 w 6320274"/>
              <a:gd name="connsiteY64" fmla="*/ 1609095 h 1660203"/>
              <a:gd name="connsiteX65" fmla="*/ 5336797 w 6320274"/>
              <a:gd name="connsiteY65" fmla="*/ 1620792 h 1660203"/>
              <a:gd name="connsiteX66" fmla="*/ 5253393 w 6320274"/>
              <a:gd name="connsiteY66" fmla="*/ 1606785 h 1660203"/>
              <a:gd name="connsiteX67" fmla="*/ 5237318 w 6320274"/>
              <a:gd name="connsiteY67" fmla="*/ 1596172 h 1660203"/>
              <a:gd name="connsiteX68" fmla="*/ 5237633 w 6320274"/>
              <a:gd name="connsiteY68" fmla="*/ 1596379 h 1660203"/>
              <a:gd name="connsiteX69" fmla="*/ 5237607 w 6320274"/>
              <a:gd name="connsiteY69" fmla="*/ 1596374 h 1660203"/>
              <a:gd name="connsiteX70" fmla="*/ 831150 w 6320274"/>
              <a:gd name="connsiteY70" fmla="*/ 1594497 h 1660203"/>
              <a:gd name="connsiteX71" fmla="*/ 873078 w 6320274"/>
              <a:gd name="connsiteY71" fmla="*/ 1604124 h 1660203"/>
              <a:gd name="connsiteX72" fmla="*/ 831150 w 6320274"/>
              <a:gd name="connsiteY72" fmla="*/ 1594497 h 1660203"/>
              <a:gd name="connsiteX73" fmla="*/ 2975326 w 6320274"/>
              <a:gd name="connsiteY73" fmla="*/ 1572744 h 1660203"/>
              <a:gd name="connsiteX74" fmla="*/ 2978897 w 6320274"/>
              <a:gd name="connsiteY74" fmla="*/ 1584253 h 1660203"/>
              <a:gd name="connsiteX75" fmla="*/ 2821354 w 6320274"/>
              <a:gd name="connsiteY75" fmla="*/ 1582887 h 1660203"/>
              <a:gd name="connsiteX76" fmla="*/ 3273332 w 6320274"/>
              <a:gd name="connsiteY76" fmla="*/ 1630000 h 1660203"/>
              <a:gd name="connsiteX77" fmla="*/ 3268420 w 6320274"/>
              <a:gd name="connsiteY77" fmla="*/ 1626560 h 1660203"/>
              <a:gd name="connsiteX78" fmla="*/ 3265537 w 6320274"/>
              <a:gd name="connsiteY78" fmla="*/ 1628831 h 1660203"/>
              <a:gd name="connsiteX79" fmla="*/ 3265738 w 6320274"/>
              <a:gd name="connsiteY79" fmla="*/ 1628543 h 1660203"/>
              <a:gd name="connsiteX80" fmla="*/ 3156033 w 6320274"/>
              <a:gd name="connsiteY80" fmla="*/ 1616065 h 1660203"/>
              <a:gd name="connsiteX81" fmla="*/ 2975326 w 6320274"/>
              <a:gd name="connsiteY81" fmla="*/ 1572744 h 1660203"/>
              <a:gd name="connsiteX82" fmla="*/ 714996 w 6320274"/>
              <a:gd name="connsiteY82" fmla="*/ 1568732 h 1660203"/>
              <a:gd name="connsiteX83" fmla="*/ 814981 w 6320274"/>
              <a:gd name="connsiteY83" fmla="*/ 1591754 h 1660203"/>
              <a:gd name="connsiteX84" fmla="*/ 690484 w 6320274"/>
              <a:gd name="connsiteY84" fmla="*/ 1571493 h 1660203"/>
              <a:gd name="connsiteX85" fmla="*/ 714996 w 6320274"/>
              <a:gd name="connsiteY85" fmla="*/ 1568732 h 1660203"/>
              <a:gd name="connsiteX86" fmla="*/ 1877272 w 6320274"/>
              <a:gd name="connsiteY86" fmla="*/ 1565654 h 1660203"/>
              <a:gd name="connsiteX87" fmla="*/ 1955473 w 6320274"/>
              <a:gd name="connsiteY87" fmla="*/ 1570226 h 1660203"/>
              <a:gd name="connsiteX88" fmla="*/ 2148888 w 6320274"/>
              <a:gd name="connsiteY88" fmla="*/ 1585558 h 1660203"/>
              <a:gd name="connsiteX89" fmla="*/ 2309745 w 6320274"/>
              <a:gd name="connsiteY89" fmla="*/ 1601255 h 1660203"/>
              <a:gd name="connsiteX90" fmla="*/ 2309255 w 6320274"/>
              <a:gd name="connsiteY90" fmla="*/ 1601340 h 1660203"/>
              <a:gd name="connsiteX91" fmla="*/ 1853706 w 6320274"/>
              <a:gd name="connsiteY91" fmla="*/ 1575319 h 1660203"/>
              <a:gd name="connsiteX92" fmla="*/ 1854505 w 6320274"/>
              <a:gd name="connsiteY92" fmla="*/ 1569873 h 1660203"/>
              <a:gd name="connsiteX93" fmla="*/ 1857676 w 6320274"/>
              <a:gd name="connsiteY93" fmla="*/ 1567804 h 1660203"/>
              <a:gd name="connsiteX94" fmla="*/ 1877272 w 6320274"/>
              <a:gd name="connsiteY94" fmla="*/ 1565654 h 1660203"/>
              <a:gd name="connsiteX95" fmla="*/ 2975005 w 6320274"/>
              <a:gd name="connsiteY95" fmla="*/ 1561743 h 1660203"/>
              <a:gd name="connsiteX96" fmla="*/ 2963415 w 6320274"/>
              <a:gd name="connsiteY96" fmla="*/ 1562689 h 1660203"/>
              <a:gd name="connsiteX97" fmla="*/ 2964946 w 6320274"/>
              <a:gd name="connsiteY97" fmla="*/ 1567615 h 1660203"/>
              <a:gd name="connsiteX98" fmla="*/ 2976413 w 6320274"/>
              <a:gd name="connsiteY98" fmla="*/ 1567500 h 1660203"/>
              <a:gd name="connsiteX99" fmla="*/ 2975005 w 6320274"/>
              <a:gd name="connsiteY99" fmla="*/ 1561743 h 1660203"/>
              <a:gd name="connsiteX100" fmla="*/ 2300856 w 6320274"/>
              <a:gd name="connsiteY100" fmla="*/ 1531066 h 1660203"/>
              <a:gd name="connsiteX101" fmla="*/ 2314710 w 6320274"/>
              <a:gd name="connsiteY101" fmla="*/ 1536960 h 1660203"/>
              <a:gd name="connsiteX102" fmla="*/ 2297014 w 6320274"/>
              <a:gd name="connsiteY102" fmla="*/ 1537704 h 1660203"/>
              <a:gd name="connsiteX103" fmla="*/ 2282407 w 6320274"/>
              <a:gd name="connsiteY103" fmla="*/ 1534501 h 1660203"/>
              <a:gd name="connsiteX104" fmla="*/ 2300856 w 6320274"/>
              <a:gd name="connsiteY104" fmla="*/ 1531066 h 1660203"/>
              <a:gd name="connsiteX105" fmla="*/ 558300 w 6320274"/>
              <a:gd name="connsiteY105" fmla="*/ 1530837 h 1660203"/>
              <a:gd name="connsiteX106" fmla="*/ 632676 w 6320274"/>
              <a:gd name="connsiteY106" fmla="*/ 1559324 h 1660203"/>
              <a:gd name="connsiteX107" fmla="*/ 558300 w 6320274"/>
              <a:gd name="connsiteY107" fmla="*/ 1530837 h 1660203"/>
              <a:gd name="connsiteX108" fmla="*/ 2773226 w 6320274"/>
              <a:gd name="connsiteY108" fmla="*/ 1528599 h 1660203"/>
              <a:gd name="connsiteX109" fmla="*/ 2798732 w 6320274"/>
              <a:gd name="connsiteY109" fmla="*/ 1538308 h 1660203"/>
              <a:gd name="connsiteX110" fmla="*/ 2773226 w 6320274"/>
              <a:gd name="connsiteY110" fmla="*/ 1528599 h 1660203"/>
              <a:gd name="connsiteX111" fmla="*/ 5186217 w 6320274"/>
              <a:gd name="connsiteY111" fmla="*/ 1525218 h 1660203"/>
              <a:gd name="connsiteX112" fmla="*/ 5186506 w 6320274"/>
              <a:gd name="connsiteY112" fmla="*/ 1525421 h 1660203"/>
              <a:gd name="connsiteX113" fmla="*/ 5451068 w 6320274"/>
              <a:gd name="connsiteY113" fmla="*/ 1555398 h 1660203"/>
              <a:gd name="connsiteX114" fmla="*/ 5401999 w 6320274"/>
              <a:gd name="connsiteY114" fmla="*/ 1555354 h 1660203"/>
              <a:gd name="connsiteX115" fmla="*/ 5238857 w 6320274"/>
              <a:gd name="connsiteY115" fmla="*/ 1536770 h 1660203"/>
              <a:gd name="connsiteX116" fmla="*/ 5186217 w 6320274"/>
              <a:gd name="connsiteY116" fmla="*/ 1525218 h 1660203"/>
              <a:gd name="connsiteX117" fmla="*/ 869813 w 6320274"/>
              <a:gd name="connsiteY117" fmla="*/ 1522059 h 1660203"/>
              <a:gd name="connsiteX118" fmla="*/ 869882 w 6320274"/>
              <a:gd name="connsiteY118" fmla="*/ 1522090 h 1660203"/>
              <a:gd name="connsiteX119" fmla="*/ 869323 w 6320274"/>
              <a:gd name="connsiteY119" fmla="*/ 1522144 h 1660203"/>
              <a:gd name="connsiteX120" fmla="*/ 893757 w 6320274"/>
              <a:gd name="connsiteY120" fmla="*/ 1519771 h 1660203"/>
              <a:gd name="connsiteX121" fmla="*/ 970145 w 6320274"/>
              <a:gd name="connsiteY121" fmla="*/ 1538696 h 1660203"/>
              <a:gd name="connsiteX122" fmla="*/ 1605857 w 6320274"/>
              <a:gd name="connsiteY122" fmla="*/ 1578061 h 1660203"/>
              <a:gd name="connsiteX123" fmla="*/ 1617911 w 6320274"/>
              <a:gd name="connsiteY123" fmla="*/ 1571918 h 1660203"/>
              <a:gd name="connsiteX124" fmla="*/ 1837774 w 6320274"/>
              <a:gd name="connsiteY124" fmla="*/ 1575314 h 1660203"/>
              <a:gd name="connsiteX125" fmla="*/ 1834603 w 6320274"/>
              <a:gd name="connsiteY125" fmla="*/ 1577383 h 1660203"/>
              <a:gd name="connsiteX126" fmla="*/ 1571817 w 6320274"/>
              <a:gd name="connsiteY126" fmla="*/ 1588540 h 1660203"/>
              <a:gd name="connsiteX127" fmla="*/ 1558565 w 6320274"/>
              <a:gd name="connsiteY127" fmla="*/ 1586553 h 1660203"/>
              <a:gd name="connsiteX128" fmla="*/ 1421768 w 6320274"/>
              <a:gd name="connsiteY128" fmla="*/ 1588776 h 1660203"/>
              <a:gd name="connsiteX129" fmla="*/ 1283579 w 6320274"/>
              <a:gd name="connsiteY129" fmla="*/ 1587452 h 1660203"/>
              <a:gd name="connsiteX130" fmla="*/ 1143858 w 6320274"/>
              <a:gd name="connsiteY130" fmla="*/ 1575403 h 1660203"/>
              <a:gd name="connsiteX131" fmla="*/ 1092449 w 6320274"/>
              <a:gd name="connsiteY131" fmla="*/ 1575007 h 1660203"/>
              <a:gd name="connsiteX132" fmla="*/ 1012963 w 6320274"/>
              <a:gd name="connsiteY132" fmla="*/ 1561814 h 1660203"/>
              <a:gd name="connsiteX133" fmla="*/ 911741 w 6320274"/>
              <a:gd name="connsiteY133" fmla="*/ 1531686 h 1660203"/>
              <a:gd name="connsiteX134" fmla="*/ 889626 w 6320274"/>
              <a:gd name="connsiteY134" fmla="*/ 1531053 h 1660203"/>
              <a:gd name="connsiteX135" fmla="*/ 869882 w 6320274"/>
              <a:gd name="connsiteY135" fmla="*/ 1522090 h 1660203"/>
              <a:gd name="connsiteX136" fmla="*/ 2394393 w 6320274"/>
              <a:gd name="connsiteY136" fmla="*/ 1498818 h 1660203"/>
              <a:gd name="connsiteX137" fmla="*/ 2420440 w 6320274"/>
              <a:gd name="connsiteY137" fmla="*/ 1505905 h 1660203"/>
              <a:gd name="connsiteX138" fmla="*/ 2394393 w 6320274"/>
              <a:gd name="connsiteY138" fmla="*/ 1498818 h 1660203"/>
              <a:gd name="connsiteX139" fmla="*/ 4768283 w 6320274"/>
              <a:gd name="connsiteY139" fmla="*/ 1486075 h 1660203"/>
              <a:gd name="connsiteX140" fmla="*/ 4896589 w 6320274"/>
              <a:gd name="connsiteY140" fmla="*/ 1585780 h 1660203"/>
              <a:gd name="connsiteX141" fmla="*/ 4997091 w 6320274"/>
              <a:gd name="connsiteY141" fmla="*/ 1660203 h 1660203"/>
              <a:gd name="connsiteX142" fmla="*/ 4973949 w 6320274"/>
              <a:gd name="connsiteY142" fmla="*/ 1660203 h 1660203"/>
              <a:gd name="connsiteX143" fmla="*/ 4932432 w 6320274"/>
              <a:gd name="connsiteY143" fmla="*/ 1630395 h 1660203"/>
              <a:gd name="connsiteX144" fmla="*/ 4768371 w 6320274"/>
              <a:gd name="connsiteY144" fmla="*/ 1486565 h 1660203"/>
              <a:gd name="connsiteX145" fmla="*/ 2856536 w 6320274"/>
              <a:gd name="connsiteY145" fmla="*/ 1485278 h 1660203"/>
              <a:gd name="connsiteX146" fmla="*/ 2798535 w 6320274"/>
              <a:gd name="connsiteY146" fmla="*/ 1489381 h 1660203"/>
              <a:gd name="connsiteX147" fmla="*/ 2746766 w 6320274"/>
              <a:gd name="connsiteY147" fmla="*/ 1494322 h 1660203"/>
              <a:gd name="connsiteX148" fmla="*/ 2746091 w 6320274"/>
              <a:gd name="connsiteY148" fmla="*/ 1494157 h 1660203"/>
              <a:gd name="connsiteX149" fmla="*/ 2746380 w 6320274"/>
              <a:gd name="connsiteY149" fmla="*/ 1494360 h 1660203"/>
              <a:gd name="connsiteX150" fmla="*/ 2746766 w 6320274"/>
              <a:gd name="connsiteY150" fmla="*/ 1494322 h 1660203"/>
              <a:gd name="connsiteX151" fmla="*/ 2799225 w 6320274"/>
              <a:gd name="connsiteY151" fmla="*/ 1507167 h 1660203"/>
              <a:gd name="connsiteX152" fmla="*/ 2984751 w 6320274"/>
              <a:gd name="connsiteY152" fmla="*/ 1533449 h 1660203"/>
              <a:gd name="connsiteX153" fmla="*/ 2856536 w 6320274"/>
              <a:gd name="connsiteY153" fmla="*/ 1485278 h 1660203"/>
              <a:gd name="connsiteX154" fmla="*/ 1951552 w 6320274"/>
              <a:gd name="connsiteY154" fmla="*/ 1477406 h 1660203"/>
              <a:gd name="connsiteX155" fmla="*/ 1966634 w 6320274"/>
              <a:gd name="connsiteY155" fmla="*/ 1485393 h 1660203"/>
              <a:gd name="connsiteX156" fmla="*/ 1951552 w 6320274"/>
              <a:gd name="connsiteY156" fmla="*/ 1477406 h 1660203"/>
              <a:gd name="connsiteX157" fmla="*/ 2150222 w 6320274"/>
              <a:gd name="connsiteY157" fmla="*/ 1461245 h 1660203"/>
              <a:gd name="connsiteX158" fmla="*/ 2046664 w 6320274"/>
              <a:gd name="connsiteY158" fmla="*/ 1495964 h 1660203"/>
              <a:gd name="connsiteX159" fmla="*/ 2252134 w 6320274"/>
              <a:gd name="connsiteY159" fmla="*/ 1537751 h 1660203"/>
              <a:gd name="connsiteX160" fmla="*/ 2243251 w 6320274"/>
              <a:gd name="connsiteY160" fmla="*/ 1541826 h 1660203"/>
              <a:gd name="connsiteX161" fmla="*/ 2272128 w 6320274"/>
              <a:gd name="connsiteY161" fmla="*/ 1549178 h 1660203"/>
              <a:gd name="connsiteX162" fmla="*/ 2262302 w 6320274"/>
              <a:gd name="connsiteY162" fmla="*/ 1542297 h 1660203"/>
              <a:gd name="connsiteX163" fmla="*/ 2583330 w 6320274"/>
              <a:gd name="connsiteY163" fmla="*/ 1559912 h 1660203"/>
              <a:gd name="connsiteX164" fmla="*/ 2528404 w 6320274"/>
              <a:gd name="connsiteY164" fmla="*/ 1545472 h 1660203"/>
              <a:gd name="connsiteX165" fmla="*/ 2704598 w 6320274"/>
              <a:gd name="connsiteY165" fmla="*/ 1566331 h 1660203"/>
              <a:gd name="connsiteX166" fmla="*/ 2799021 w 6320274"/>
              <a:gd name="connsiteY166" fmla="*/ 1571111 h 1660203"/>
              <a:gd name="connsiteX167" fmla="*/ 2946192 w 6320274"/>
              <a:gd name="connsiteY167" fmla="*/ 1568216 h 1660203"/>
              <a:gd name="connsiteX168" fmla="*/ 2911117 w 6320274"/>
              <a:gd name="connsiteY168" fmla="*/ 1548803 h 1660203"/>
              <a:gd name="connsiteX169" fmla="*/ 2921285 w 6320274"/>
              <a:gd name="connsiteY169" fmla="*/ 1553349 h 1660203"/>
              <a:gd name="connsiteX170" fmla="*/ 2909232 w 6320274"/>
              <a:gd name="connsiteY170" fmla="*/ 1559493 h 1660203"/>
              <a:gd name="connsiteX171" fmla="*/ 2902778 w 6320274"/>
              <a:gd name="connsiteY171" fmla="*/ 1550255 h 1660203"/>
              <a:gd name="connsiteX172" fmla="*/ 2895927 w 6320274"/>
              <a:gd name="connsiteY172" fmla="*/ 1560041 h 1660203"/>
              <a:gd name="connsiteX173" fmla="*/ 2832118 w 6320274"/>
              <a:gd name="connsiteY173" fmla="*/ 1549677 h 1660203"/>
              <a:gd name="connsiteX174" fmla="*/ 2842141 w 6320274"/>
              <a:gd name="connsiteY174" fmla="*/ 1537822 h 1660203"/>
              <a:gd name="connsiteX175" fmla="*/ 2809838 w 6320274"/>
              <a:gd name="connsiteY175" fmla="*/ 1535363 h 1660203"/>
              <a:gd name="connsiteX176" fmla="*/ 2702163 w 6320274"/>
              <a:gd name="connsiteY176" fmla="*/ 1528596 h 1660203"/>
              <a:gd name="connsiteX177" fmla="*/ 2644757 w 6320274"/>
              <a:gd name="connsiteY177" fmla="*/ 1530005 h 1660203"/>
              <a:gd name="connsiteX178" fmla="*/ 2662321 w 6320274"/>
              <a:gd name="connsiteY178" fmla="*/ 1522144 h 1660203"/>
              <a:gd name="connsiteX179" fmla="*/ 2609028 w 6320274"/>
              <a:gd name="connsiteY179" fmla="*/ 1532439 h 1660203"/>
              <a:gd name="connsiteX180" fmla="*/ 2507806 w 6320274"/>
              <a:gd name="connsiteY180" fmla="*/ 1534909 h 1660203"/>
              <a:gd name="connsiteX181" fmla="*/ 2512719 w 6320274"/>
              <a:gd name="connsiteY181" fmla="*/ 1538349 h 1660203"/>
              <a:gd name="connsiteX182" fmla="*/ 2411641 w 6320274"/>
              <a:gd name="connsiteY182" fmla="*/ 1524622 h 1660203"/>
              <a:gd name="connsiteX183" fmla="*/ 2409957 w 6320274"/>
              <a:gd name="connsiteY183" fmla="*/ 1535023 h 1660203"/>
              <a:gd name="connsiteX184" fmla="*/ 2396705 w 6320274"/>
              <a:gd name="connsiteY184" fmla="*/ 1533035 h 1660203"/>
              <a:gd name="connsiteX185" fmla="*/ 2389962 w 6320274"/>
              <a:gd name="connsiteY185" fmla="*/ 1523596 h 1660203"/>
              <a:gd name="connsiteX186" fmla="*/ 2374228 w 6320274"/>
              <a:gd name="connsiteY186" fmla="*/ 1537457 h 1660203"/>
              <a:gd name="connsiteX187" fmla="*/ 2340095 w 6320274"/>
              <a:gd name="connsiteY187" fmla="*/ 1528998 h 1660203"/>
              <a:gd name="connsiteX188" fmla="*/ 2381081 w 6320274"/>
              <a:gd name="connsiteY188" fmla="*/ 1527672 h 1660203"/>
              <a:gd name="connsiteX189" fmla="*/ 2381887 w 6320274"/>
              <a:gd name="connsiteY189" fmla="*/ 1526520 h 1660203"/>
              <a:gd name="connsiteX190" fmla="*/ 2150222 w 6320274"/>
              <a:gd name="connsiteY190" fmla="*/ 1461245 h 1660203"/>
              <a:gd name="connsiteX191" fmla="*/ 2106953 w 6320274"/>
              <a:gd name="connsiteY191" fmla="*/ 1459685 h 1660203"/>
              <a:gd name="connsiteX192" fmla="*/ 1986084 w 6320274"/>
              <a:gd name="connsiteY192" fmla="*/ 1466842 h 1660203"/>
              <a:gd name="connsiteX193" fmla="*/ 2054028 w 6320274"/>
              <a:gd name="connsiteY193" fmla="*/ 1480908 h 1660203"/>
              <a:gd name="connsiteX194" fmla="*/ 2106953 w 6320274"/>
              <a:gd name="connsiteY194" fmla="*/ 1459685 h 1660203"/>
              <a:gd name="connsiteX195" fmla="*/ 5616931 w 6320274"/>
              <a:gd name="connsiteY195" fmla="*/ 1448922 h 1660203"/>
              <a:gd name="connsiteX196" fmla="*/ 5618366 w 6320274"/>
              <a:gd name="connsiteY196" fmla="*/ 1450278 h 1660203"/>
              <a:gd name="connsiteX197" fmla="*/ 5618175 w 6320274"/>
              <a:gd name="connsiteY197" fmla="*/ 1450223 h 1660203"/>
              <a:gd name="connsiteX198" fmla="*/ 5928566 w 6320274"/>
              <a:gd name="connsiteY198" fmla="*/ 1443660 h 1660203"/>
              <a:gd name="connsiteX199" fmla="*/ 5968809 w 6320274"/>
              <a:gd name="connsiteY199" fmla="*/ 1463690 h 1660203"/>
              <a:gd name="connsiteX200" fmla="*/ 5928566 w 6320274"/>
              <a:gd name="connsiteY200" fmla="*/ 1443660 h 1660203"/>
              <a:gd name="connsiteX201" fmla="*/ 6237820 w 6320274"/>
              <a:gd name="connsiteY201" fmla="*/ 1442366 h 1660203"/>
              <a:gd name="connsiteX202" fmla="*/ 6255901 w 6320274"/>
              <a:gd name="connsiteY202" fmla="*/ 1454111 h 1660203"/>
              <a:gd name="connsiteX203" fmla="*/ 6256392 w 6320274"/>
              <a:gd name="connsiteY203" fmla="*/ 1454025 h 1660203"/>
              <a:gd name="connsiteX204" fmla="*/ 6265274 w 6320274"/>
              <a:gd name="connsiteY204" fmla="*/ 1449951 h 1660203"/>
              <a:gd name="connsiteX205" fmla="*/ 6312430 w 6320274"/>
              <a:gd name="connsiteY205" fmla="*/ 1475852 h 1660203"/>
              <a:gd name="connsiteX206" fmla="*/ 6320274 w 6320274"/>
              <a:gd name="connsiteY206" fmla="*/ 1487610 h 1660203"/>
              <a:gd name="connsiteX207" fmla="*/ 6320274 w 6320274"/>
              <a:gd name="connsiteY207" fmla="*/ 1490949 h 1660203"/>
              <a:gd name="connsiteX208" fmla="*/ 6276439 w 6320274"/>
              <a:gd name="connsiteY208" fmla="*/ 1462916 h 1660203"/>
              <a:gd name="connsiteX209" fmla="*/ 6242386 w 6320274"/>
              <a:gd name="connsiteY209" fmla="*/ 1450050 h 1660203"/>
              <a:gd name="connsiteX210" fmla="*/ 4745722 w 6320274"/>
              <a:gd name="connsiteY210" fmla="*/ 1440252 h 1660203"/>
              <a:gd name="connsiteX211" fmla="*/ 4735902 w 6320274"/>
              <a:gd name="connsiteY211" fmla="*/ 1440667 h 1660203"/>
              <a:gd name="connsiteX212" fmla="*/ 4743451 w 6320274"/>
              <a:gd name="connsiteY212" fmla="*/ 1447186 h 1660203"/>
              <a:gd name="connsiteX213" fmla="*/ 4753866 w 6320274"/>
              <a:gd name="connsiteY213" fmla="*/ 1446383 h 1660203"/>
              <a:gd name="connsiteX214" fmla="*/ 4745722 w 6320274"/>
              <a:gd name="connsiteY214" fmla="*/ 1440252 h 1660203"/>
              <a:gd name="connsiteX215" fmla="*/ 6234222 w 6320274"/>
              <a:gd name="connsiteY215" fmla="*/ 1440029 h 1660203"/>
              <a:gd name="connsiteX216" fmla="*/ 6236452 w 6320274"/>
              <a:gd name="connsiteY216" fmla="*/ 1440063 h 1660203"/>
              <a:gd name="connsiteX217" fmla="*/ 6237820 w 6320274"/>
              <a:gd name="connsiteY217" fmla="*/ 1442366 h 1660203"/>
              <a:gd name="connsiteX218" fmla="*/ 6179552 w 6320274"/>
              <a:gd name="connsiteY218" fmla="*/ 1435823 h 1660203"/>
              <a:gd name="connsiteX219" fmla="*/ 6222169 w 6320274"/>
              <a:gd name="connsiteY219" fmla="*/ 1459229 h 1660203"/>
              <a:gd name="connsiteX220" fmla="*/ 6183413 w 6320274"/>
              <a:gd name="connsiteY220" fmla="*/ 1447533 h 1660203"/>
              <a:gd name="connsiteX221" fmla="*/ 6179842 w 6320274"/>
              <a:gd name="connsiteY221" fmla="*/ 1436026 h 1660203"/>
              <a:gd name="connsiteX222" fmla="*/ 3200269 w 6320274"/>
              <a:gd name="connsiteY222" fmla="*/ 1435557 h 1660203"/>
              <a:gd name="connsiteX223" fmla="*/ 3272239 w 6320274"/>
              <a:gd name="connsiteY223" fmla="*/ 1439112 h 1660203"/>
              <a:gd name="connsiteX224" fmla="*/ 3344950 w 6320274"/>
              <a:gd name="connsiteY224" fmla="*/ 1440376 h 1660203"/>
              <a:gd name="connsiteX225" fmla="*/ 3324700 w 6320274"/>
              <a:gd name="connsiteY225" fmla="*/ 1447536 h 1660203"/>
              <a:gd name="connsiteX226" fmla="*/ 3300794 w 6320274"/>
              <a:gd name="connsiteY226" fmla="*/ 1443773 h 1660203"/>
              <a:gd name="connsiteX227" fmla="*/ 3223320 w 6320274"/>
              <a:gd name="connsiteY227" fmla="*/ 1444475 h 1660203"/>
              <a:gd name="connsiteX228" fmla="*/ 3198830 w 6320274"/>
              <a:gd name="connsiteY228" fmla="*/ 1435000 h 1660203"/>
              <a:gd name="connsiteX229" fmla="*/ 3200269 w 6320274"/>
              <a:gd name="connsiteY229" fmla="*/ 1435557 h 1660203"/>
              <a:gd name="connsiteX230" fmla="*/ 3198918 w 6320274"/>
              <a:gd name="connsiteY230" fmla="*/ 1435490 h 1660203"/>
              <a:gd name="connsiteX231" fmla="*/ 3354819 w 6320274"/>
              <a:gd name="connsiteY231" fmla="*/ 1407290 h 1660203"/>
              <a:gd name="connsiteX232" fmla="*/ 3366049 w 6320274"/>
              <a:gd name="connsiteY232" fmla="*/ 1408398 h 1660203"/>
              <a:gd name="connsiteX233" fmla="*/ 3371506 w 6320274"/>
              <a:gd name="connsiteY233" fmla="*/ 1409216 h 1660203"/>
              <a:gd name="connsiteX234" fmla="*/ 3375077 w 6320274"/>
              <a:gd name="connsiteY234" fmla="*/ 1420724 h 1660203"/>
              <a:gd name="connsiteX235" fmla="*/ 3344660 w 6320274"/>
              <a:gd name="connsiteY235" fmla="*/ 1407575 h 1660203"/>
              <a:gd name="connsiteX236" fmla="*/ 3344371 w 6320274"/>
              <a:gd name="connsiteY236" fmla="*/ 1407373 h 1660203"/>
              <a:gd name="connsiteX237" fmla="*/ 3354819 w 6320274"/>
              <a:gd name="connsiteY237" fmla="*/ 1407290 h 1660203"/>
              <a:gd name="connsiteX238" fmla="*/ 3377217 w 6320274"/>
              <a:gd name="connsiteY238" fmla="*/ 1407211 h 1660203"/>
              <a:gd name="connsiteX239" fmla="*/ 3469013 w 6320274"/>
              <a:gd name="connsiteY239" fmla="*/ 1411436 h 1660203"/>
              <a:gd name="connsiteX240" fmla="*/ 3427135 w 6320274"/>
              <a:gd name="connsiteY240" fmla="*/ 1418037 h 1660203"/>
              <a:gd name="connsiteX241" fmla="*/ 3378704 w 6320274"/>
              <a:gd name="connsiteY241" fmla="*/ 1415544 h 1660203"/>
              <a:gd name="connsiteX242" fmla="*/ 3377217 w 6320274"/>
              <a:gd name="connsiteY242" fmla="*/ 1407211 h 1660203"/>
              <a:gd name="connsiteX243" fmla="*/ 6116721 w 6320274"/>
              <a:gd name="connsiteY243" fmla="*/ 1406840 h 1660203"/>
              <a:gd name="connsiteX244" fmla="*/ 6151252 w 6320274"/>
              <a:gd name="connsiteY244" fmla="*/ 1428874 h 1660203"/>
              <a:gd name="connsiteX245" fmla="*/ 6116721 w 6320274"/>
              <a:gd name="connsiteY245" fmla="*/ 1406840 h 1660203"/>
              <a:gd name="connsiteX246" fmla="*/ 5948213 w 6320274"/>
              <a:gd name="connsiteY246" fmla="*/ 1406375 h 1660203"/>
              <a:gd name="connsiteX247" fmla="*/ 6013960 w 6320274"/>
              <a:gd name="connsiteY247" fmla="*/ 1436113 h 1660203"/>
              <a:gd name="connsiteX248" fmla="*/ 5946528 w 6320274"/>
              <a:gd name="connsiteY248" fmla="*/ 1416776 h 1660203"/>
              <a:gd name="connsiteX249" fmla="*/ 5948213 w 6320274"/>
              <a:gd name="connsiteY249" fmla="*/ 1406375 h 1660203"/>
              <a:gd name="connsiteX250" fmla="*/ 5828739 w 6320274"/>
              <a:gd name="connsiteY250" fmla="*/ 1402928 h 1660203"/>
              <a:gd name="connsiteX251" fmla="*/ 5876524 w 6320274"/>
              <a:gd name="connsiteY251" fmla="*/ 1426952 h 1660203"/>
              <a:gd name="connsiteX252" fmla="*/ 5828739 w 6320274"/>
              <a:gd name="connsiteY252" fmla="*/ 1402928 h 1660203"/>
              <a:gd name="connsiteX253" fmla="*/ 6148080 w 6320274"/>
              <a:gd name="connsiteY253" fmla="*/ 1398345 h 1660203"/>
              <a:gd name="connsiteX254" fmla="*/ 6207201 w 6320274"/>
              <a:gd name="connsiteY254" fmla="*/ 1422477 h 1660203"/>
              <a:gd name="connsiteX255" fmla="*/ 6234222 w 6320274"/>
              <a:gd name="connsiteY255" fmla="*/ 1440029 h 1660203"/>
              <a:gd name="connsiteX256" fmla="*/ 6223931 w 6320274"/>
              <a:gd name="connsiteY256" fmla="*/ 1439874 h 1660203"/>
              <a:gd name="connsiteX257" fmla="*/ 6204691 w 6320274"/>
              <a:gd name="connsiteY257" fmla="*/ 1434982 h 1660203"/>
              <a:gd name="connsiteX258" fmla="*/ 6206034 w 6320274"/>
              <a:gd name="connsiteY258" fmla="*/ 1426914 h 1660203"/>
              <a:gd name="connsiteX259" fmla="*/ 6148080 w 6320274"/>
              <a:gd name="connsiteY259" fmla="*/ 1398345 h 1660203"/>
              <a:gd name="connsiteX260" fmla="*/ 5902170 w 6320274"/>
              <a:gd name="connsiteY260" fmla="*/ 1387863 h 1660203"/>
              <a:gd name="connsiteX261" fmla="*/ 5902459 w 6320274"/>
              <a:gd name="connsiteY261" fmla="*/ 1388065 h 1660203"/>
              <a:gd name="connsiteX262" fmla="*/ 5909457 w 6320274"/>
              <a:gd name="connsiteY262" fmla="*/ 1394680 h 1660203"/>
              <a:gd name="connsiteX263" fmla="*/ 5913826 w 6320274"/>
              <a:gd name="connsiteY263" fmla="*/ 1400741 h 1660203"/>
              <a:gd name="connsiteX264" fmla="*/ 5900828 w 6320274"/>
              <a:gd name="connsiteY264" fmla="*/ 1395930 h 1660203"/>
              <a:gd name="connsiteX265" fmla="*/ 5902170 w 6320274"/>
              <a:gd name="connsiteY265" fmla="*/ 1387863 h 1660203"/>
              <a:gd name="connsiteX266" fmla="*/ 2532104 w 6320274"/>
              <a:gd name="connsiteY266" fmla="*/ 1387645 h 1660203"/>
              <a:gd name="connsiteX267" fmla="*/ 2666915 w 6320274"/>
              <a:gd name="connsiteY267" fmla="*/ 1428853 h 1660203"/>
              <a:gd name="connsiteX268" fmla="*/ 2739260 w 6320274"/>
              <a:gd name="connsiteY268" fmla="*/ 1451630 h 1660203"/>
              <a:gd name="connsiteX269" fmla="*/ 2572689 w 6320274"/>
              <a:gd name="connsiteY269" fmla="*/ 1405339 h 1660203"/>
              <a:gd name="connsiteX270" fmla="*/ 2531902 w 6320274"/>
              <a:gd name="connsiteY270" fmla="*/ 1387932 h 1660203"/>
              <a:gd name="connsiteX271" fmla="*/ 5361969 w 6320274"/>
              <a:gd name="connsiteY271" fmla="*/ 1380631 h 1660203"/>
              <a:gd name="connsiteX272" fmla="*/ 5362258 w 6320274"/>
              <a:gd name="connsiteY272" fmla="*/ 1380834 h 1660203"/>
              <a:gd name="connsiteX273" fmla="*/ 5476530 w 6320274"/>
              <a:gd name="connsiteY273" fmla="*/ 1413236 h 1660203"/>
              <a:gd name="connsiteX274" fmla="*/ 5544506 w 6320274"/>
              <a:gd name="connsiteY274" fmla="*/ 1429950 h 1660203"/>
              <a:gd name="connsiteX275" fmla="*/ 5521684 w 6320274"/>
              <a:gd name="connsiteY275" fmla="*/ 1430780 h 1660203"/>
              <a:gd name="connsiteX276" fmla="*/ 5449938 w 6320274"/>
              <a:gd name="connsiteY276" fmla="*/ 1408771 h 1660203"/>
              <a:gd name="connsiteX277" fmla="*/ 5361969 w 6320274"/>
              <a:gd name="connsiteY277" fmla="*/ 1380631 h 1660203"/>
              <a:gd name="connsiteX278" fmla="*/ 3824878 w 6320274"/>
              <a:gd name="connsiteY278" fmla="*/ 1380526 h 1660203"/>
              <a:gd name="connsiteX279" fmla="*/ 3859410 w 6320274"/>
              <a:gd name="connsiteY279" fmla="*/ 1402561 h 1660203"/>
              <a:gd name="connsiteX280" fmla="*/ 3824878 w 6320274"/>
              <a:gd name="connsiteY280" fmla="*/ 1380526 h 1660203"/>
              <a:gd name="connsiteX281" fmla="*/ 6052769 w 6320274"/>
              <a:gd name="connsiteY281" fmla="*/ 1380075 h 1660203"/>
              <a:gd name="connsiteX282" fmla="*/ 6100297 w 6320274"/>
              <a:gd name="connsiteY282" fmla="*/ 1406922 h 1660203"/>
              <a:gd name="connsiteX283" fmla="*/ 6052769 w 6320274"/>
              <a:gd name="connsiteY283" fmla="*/ 1380075 h 1660203"/>
              <a:gd name="connsiteX284" fmla="*/ 3357367 w 6320274"/>
              <a:gd name="connsiteY284" fmla="*/ 1379587 h 1660203"/>
              <a:gd name="connsiteX285" fmla="*/ 3389127 w 6320274"/>
              <a:gd name="connsiteY285" fmla="*/ 1384668 h 1660203"/>
              <a:gd name="connsiteX286" fmla="*/ 3383644 w 6320274"/>
              <a:gd name="connsiteY286" fmla="*/ 1390929 h 1660203"/>
              <a:gd name="connsiteX287" fmla="*/ 3357367 w 6320274"/>
              <a:gd name="connsiteY287" fmla="*/ 1379587 h 1660203"/>
              <a:gd name="connsiteX288" fmla="*/ 6257294 w 6320274"/>
              <a:gd name="connsiteY288" fmla="*/ 1378310 h 1660203"/>
              <a:gd name="connsiteX289" fmla="*/ 6276345 w 6320274"/>
              <a:gd name="connsiteY289" fmla="*/ 1378781 h 1660203"/>
              <a:gd name="connsiteX290" fmla="*/ 6277833 w 6320274"/>
              <a:gd name="connsiteY290" fmla="*/ 1387113 h 1660203"/>
              <a:gd name="connsiteX291" fmla="*/ 6319217 w 6320274"/>
              <a:gd name="connsiteY291" fmla="*/ 1399363 h 1660203"/>
              <a:gd name="connsiteX292" fmla="*/ 6319893 w 6320274"/>
              <a:gd name="connsiteY292" fmla="*/ 1404394 h 1660203"/>
              <a:gd name="connsiteX293" fmla="*/ 6320274 w 6320274"/>
              <a:gd name="connsiteY293" fmla="*/ 1404734 h 1660203"/>
              <a:gd name="connsiteX294" fmla="*/ 6320274 w 6320274"/>
              <a:gd name="connsiteY294" fmla="*/ 1412363 h 1660203"/>
              <a:gd name="connsiteX295" fmla="*/ 6290515 w 6320274"/>
              <a:gd name="connsiteY295" fmla="*/ 1395297 h 1660203"/>
              <a:gd name="connsiteX296" fmla="*/ 6257294 w 6320274"/>
              <a:gd name="connsiteY296" fmla="*/ 1378310 h 1660203"/>
              <a:gd name="connsiteX297" fmla="*/ 5876720 w 6320274"/>
              <a:gd name="connsiteY297" fmla="*/ 1375616 h 1660203"/>
              <a:gd name="connsiteX298" fmla="*/ 5891459 w 6320274"/>
              <a:gd name="connsiteY298" fmla="*/ 1385937 h 1660203"/>
              <a:gd name="connsiteX299" fmla="*/ 5884528 w 6320274"/>
              <a:gd name="connsiteY299" fmla="*/ 1387839 h 1660203"/>
              <a:gd name="connsiteX300" fmla="*/ 5875036 w 6320274"/>
              <a:gd name="connsiteY300" fmla="*/ 1386019 h 1660203"/>
              <a:gd name="connsiteX301" fmla="*/ 5876720 w 6320274"/>
              <a:gd name="connsiteY301" fmla="*/ 1375616 h 1660203"/>
              <a:gd name="connsiteX302" fmla="*/ 6224593 w 6320274"/>
              <a:gd name="connsiteY302" fmla="*/ 1362273 h 1660203"/>
              <a:gd name="connsiteX303" fmla="*/ 6245386 w 6320274"/>
              <a:gd name="connsiteY303" fmla="*/ 1368254 h 1660203"/>
              <a:gd name="connsiteX304" fmla="*/ 6232551 w 6320274"/>
              <a:gd name="connsiteY304" fmla="*/ 1369669 h 1660203"/>
              <a:gd name="connsiteX305" fmla="*/ 6224593 w 6320274"/>
              <a:gd name="connsiteY305" fmla="*/ 1362273 h 1660203"/>
              <a:gd name="connsiteX306" fmla="*/ 4136602 w 6320274"/>
              <a:gd name="connsiteY306" fmla="*/ 1361601 h 1660203"/>
              <a:gd name="connsiteX307" fmla="*/ 4136402 w 6320274"/>
              <a:gd name="connsiteY307" fmla="*/ 1361889 h 1660203"/>
              <a:gd name="connsiteX308" fmla="*/ 4137888 w 6320274"/>
              <a:gd name="connsiteY308" fmla="*/ 1370222 h 1660203"/>
              <a:gd name="connsiteX309" fmla="*/ 4154313 w 6320274"/>
              <a:gd name="connsiteY309" fmla="*/ 1370141 h 1660203"/>
              <a:gd name="connsiteX310" fmla="*/ 4136602 w 6320274"/>
              <a:gd name="connsiteY310" fmla="*/ 1361601 h 1660203"/>
              <a:gd name="connsiteX311" fmla="*/ 6137964 w 6320274"/>
              <a:gd name="connsiteY311" fmla="*/ 1358664 h 1660203"/>
              <a:gd name="connsiteX312" fmla="*/ 6165755 w 6320274"/>
              <a:gd name="connsiteY312" fmla="*/ 1371259 h 1660203"/>
              <a:gd name="connsiteX313" fmla="*/ 6137964 w 6320274"/>
              <a:gd name="connsiteY313" fmla="*/ 1358664 h 1660203"/>
              <a:gd name="connsiteX314" fmla="*/ 5385642 w 6320274"/>
              <a:gd name="connsiteY314" fmla="*/ 1351741 h 1660203"/>
              <a:gd name="connsiteX315" fmla="*/ 5569923 w 6320274"/>
              <a:gd name="connsiteY315" fmla="*/ 1406571 h 1660203"/>
              <a:gd name="connsiteX316" fmla="*/ 5385642 w 6320274"/>
              <a:gd name="connsiteY316" fmla="*/ 1351741 h 1660203"/>
              <a:gd name="connsiteX317" fmla="*/ 6017037 w 6320274"/>
              <a:gd name="connsiteY317" fmla="*/ 1349910 h 1660203"/>
              <a:gd name="connsiteX318" fmla="*/ 6131998 w 6320274"/>
              <a:gd name="connsiteY318" fmla="*/ 1396093 h 1660203"/>
              <a:gd name="connsiteX319" fmla="*/ 6017037 w 6320274"/>
              <a:gd name="connsiteY319" fmla="*/ 1349910 h 1660203"/>
              <a:gd name="connsiteX320" fmla="*/ 6123227 w 6320274"/>
              <a:gd name="connsiteY320" fmla="*/ 1348342 h 1660203"/>
              <a:gd name="connsiteX321" fmla="*/ 6136479 w 6320274"/>
              <a:gd name="connsiteY321" fmla="*/ 1350330 h 1660203"/>
              <a:gd name="connsiteX322" fmla="*/ 6129066 w 6320274"/>
              <a:gd name="connsiteY322" fmla="*/ 1357150 h 1660203"/>
              <a:gd name="connsiteX323" fmla="*/ 6123227 w 6320274"/>
              <a:gd name="connsiteY323" fmla="*/ 1348342 h 1660203"/>
              <a:gd name="connsiteX324" fmla="*/ 3306609 w 6320274"/>
              <a:gd name="connsiteY324" fmla="*/ 1338897 h 1660203"/>
              <a:gd name="connsiteX325" fmla="*/ 3340996 w 6320274"/>
              <a:gd name="connsiteY325" fmla="*/ 1344531 h 1660203"/>
              <a:gd name="connsiteX326" fmla="*/ 3322767 w 6320274"/>
              <a:gd name="connsiteY326" fmla="*/ 1349191 h 1660203"/>
              <a:gd name="connsiteX327" fmla="*/ 3306609 w 6320274"/>
              <a:gd name="connsiteY327" fmla="*/ 1338897 h 1660203"/>
              <a:gd name="connsiteX328" fmla="*/ 5966737 w 6320274"/>
              <a:gd name="connsiteY328" fmla="*/ 1338708 h 1660203"/>
              <a:gd name="connsiteX329" fmla="*/ 6033717 w 6320274"/>
              <a:gd name="connsiteY329" fmla="*/ 1379603 h 1660203"/>
              <a:gd name="connsiteX330" fmla="*/ 5962513 w 6320274"/>
              <a:gd name="connsiteY330" fmla="*/ 1349047 h 1660203"/>
              <a:gd name="connsiteX331" fmla="*/ 5967026 w 6320274"/>
              <a:gd name="connsiteY331" fmla="*/ 1338911 h 1660203"/>
              <a:gd name="connsiteX332" fmla="*/ 6125910 w 6320274"/>
              <a:gd name="connsiteY332" fmla="*/ 1332207 h 1660203"/>
              <a:gd name="connsiteX333" fmla="*/ 6160987 w 6320274"/>
              <a:gd name="connsiteY333" fmla="*/ 1351620 h 1660203"/>
              <a:gd name="connsiteX334" fmla="*/ 6124568 w 6320274"/>
              <a:gd name="connsiteY334" fmla="*/ 1340276 h 1660203"/>
              <a:gd name="connsiteX335" fmla="*/ 6125910 w 6320274"/>
              <a:gd name="connsiteY335" fmla="*/ 1332207 h 1660203"/>
              <a:gd name="connsiteX336" fmla="*/ 5956897 w 6320274"/>
              <a:gd name="connsiteY336" fmla="*/ 1321266 h 1660203"/>
              <a:gd name="connsiteX337" fmla="*/ 5987074 w 6320274"/>
              <a:gd name="connsiteY337" fmla="*/ 1330268 h 1660203"/>
              <a:gd name="connsiteX338" fmla="*/ 6012380 w 6320274"/>
              <a:gd name="connsiteY338" fmla="*/ 1343645 h 1660203"/>
              <a:gd name="connsiteX339" fmla="*/ 6001413 w 6320274"/>
              <a:gd name="connsiteY339" fmla="*/ 1344544 h 1660203"/>
              <a:gd name="connsiteX340" fmla="*/ 5966519 w 6320274"/>
              <a:gd name="connsiteY340" fmla="*/ 1331753 h 1660203"/>
              <a:gd name="connsiteX341" fmla="*/ 5956458 w 6320274"/>
              <a:gd name="connsiteY341" fmla="*/ 1320787 h 1660203"/>
              <a:gd name="connsiteX342" fmla="*/ 5956897 w 6320274"/>
              <a:gd name="connsiteY342" fmla="*/ 1321266 h 1660203"/>
              <a:gd name="connsiteX343" fmla="*/ 5956256 w 6320274"/>
              <a:gd name="connsiteY343" fmla="*/ 1321074 h 1660203"/>
              <a:gd name="connsiteX344" fmla="*/ 5901933 w 6320274"/>
              <a:gd name="connsiteY344" fmla="*/ 1319925 h 1660203"/>
              <a:gd name="connsiteX345" fmla="*/ 5952888 w 6320274"/>
              <a:gd name="connsiteY345" fmla="*/ 1341879 h 1660203"/>
              <a:gd name="connsiteX346" fmla="*/ 5901933 w 6320274"/>
              <a:gd name="connsiteY346" fmla="*/ 1319925 h 1660203"/>
              <a:gd name="connsiteX347" fmla="*/ 5933836 w 6320274"/>
              <a:gd name="connsiteY347" fmla="*/ 1308808 h 1660203"/>
              <a:gd name="connsiteX348" fmla="*/ 5956713 w 6320274"/>
              <a:gd name="connsiteY348" fmla="*/ 1317963 h 1660203"/>
              <a:gd name="connsiteX349" fmla="*/ 5941250 w 6320274"/>
              <a:gd name="connsiteY349" fmla="*/ 1320056 h 1660203"/>
              <a:gd name="connsiteX350" fmla="*/ 5933836 w 6320274"/>
              <a:gd name="connsiteY350" fmla="*/ 1308808 h 1660203"/>
              <a:gd name="connsiteX351" fmla="*/ 6112113 w 6320274"/>
              <a:gd name="connsiteY351" fmla="*/ 1300242 h 1660203"/>
              <a:gd name="connsiteX352" fmla="*/ 6126852 w 6320274"/>
              <a:gd name="connsiteY352" fmla="*/ 1310562 h 1660203"/>
              <a:gd name="connsiteX353" fmla="*/ 6112113 w 6320274"/>
              <a:gd name="connsiteY353" fmla="*/ 1300242 h 1660203"/>
              <a:gd name="connsiteX354" fmla="*/ 5903418 w 6320274"/>
              <a:gd name="connsiteY354" fmla="*/ 1295658 h 1660203"/>
              <a:gd name="connsiteX355" fmla="*/ 5923412 w 6320274"/>
              <a:gd name="connsiteY355" fmla="*/ 1307086 h 1660203"/>
              <a:gd name="connsiteX356" fmla="*/ 5903418 w 6320274"/>
              <a:gd name="connsiteY356" fmla="*/ 1295658 h 1660203"/>
              <a:gd name="connsiteX357" fmla="*/ 5877713 w 6320274"/>
              <a:gd name="connsiteY357" fmla="*/ 1286238 h 1660203"/>
              <a:gd name="connsiteX358" fmla="*/ 5897708 w 6320274"/>
              <a:gd name="connsiteY358" fmla="*/ 1297665 h 1660203"/>
              <a:gd name="connsiteX359" fmla="*/ 5877713 w 6320274"/>
              <a:gd name="connsiteY359" fmla="*/ 1286238 h 1660203"/>
              <a:gd name="connsiteX360" fmla="*/ 2882675 w 6320274"/>
              <a:gd name="connsiteY360" fmla="*/ 1268958 h 1660203"/>
              <a:gd name="connsiteX361" fmla="*/ 2891957 w 6320274"/>
              <a:gd name="connsiteY361" fmla="*/ 1278459 h 1660203"/>
              <a:gd name="connsiteX362" fmla="*/ 2882675 w 6320274"/>
              <a:gd name="connsiteY362" fmla="*/ 1268958 h 1660203"/>
              <a:gd name="connsiteX363" fmla="*/ 2664606 w 6320274"/>
              <a:gd name="connsiteY363" fmla="*/ 1268534 h 1660203"/>
              <a:gd name="connsiteX364" fmla="*/ 2690057 w 6320274"/>
              <a:gd name="connsiteY364" fmla="*/ 1280779 h 1660203"/>
              <a:gd name="connsiteX365" fmla="*/ 2694026 w 6320274"/>
              <a:gd name="connsiteY365" fmla="*/ 1273264 h 1660203"/>
              <a:gd name="connsiteX366" fmla="*/ 2718390 w 6320274"/>
              <a:gd name="connsiteY366" fmla="*/ 1290753 h 1660203"/>
              <a:gd name="connsiteX367" fmla="*/ 2760063 w 6320274"/>
              <a:gd name="connsiteY367" fmla="*/ 1303205 h 1660203"/>
              <a:gd name="connsiteX368" fmla="*/ 2714709 w 6320274"/>
              <a:gd name="connsiteY368" fmla="*/ 1298470 h 1660203"/>
              <a:gd name="connsiteX369" fmla="*/ 3017723 w 6320274"/>
              <a:gd name="connsiteY369" fmla="*/ 1410702 h 1660203"/>
              <a:gd name="connsiteX370" fmla="*/ 3169356 w 6320274"/>
              <a:gd name="connsiteY370" fmla="*/ 1432807 h 1660203"/>
              <a:gd name="connsiteX371" fmla="*/ 3194860 w 6320274"/>
              <a:gd name="connsiteY371" fmla="*/ 1442515 h 1660203"/>
              <a:gd name="connsiteX372" fmla="*/ 2756238 w 6320274"/>
              <a:gd name="connsiteY372" fmla="*/ 1327120 h 1660203"/>
              <a:gd name="connsiteX373" fmla="*/ 2664895 w 6320274"/>
              <a:gd name="connsiteY373" fmla="*/ 1268736 h 1660203"/>
              <a:gd name="connsiteX374" fmla="*/ 1392910 w 6320274"/>
              <a:gd name="connsiteY374" fmla="*/ 1263387 h 1660203"/>
              <a:gd name="connsiteX375" fmla="*/ 1509069 w 6320274"/>
              <a:gd name="connsiteY375" fmla="*/ 1285102 h 1660203"/>
              <a:gd name="connsiteX376" fmla="*/ 1392910 w 6320274"/>
              <a:gd name="connsiteY376" fmla="*/ 1263387 h 1660203"/>
              <a:gd name="connsiteX377" fmla="*/ 3158747 w 6320274"/>
              <a:gd name="connsiteY377" fmla="*/ 1262814 h 1660203"/>
              <a:gd name="connsiteX378" fmla="*/ 3181622 w 6320274"/>
              <a:gd name="connsiteY378" fmla="*/ 1271968 h 1660203"/>
              <a:gd name="connsiteX379" fmla="*/ 3158747 w 6320274"/>
              <a:gd name="connsiteY379" fmla="*/ 1262814 h 1660203"/>
              <a:gd name="connsiteX380" fmla="*/ 2945801 w 6320274"/>
              <a:gd name="connsiteY380" fmla="*/ 1258671 h 1660203"/>
              <a:gd name="connsiteX381" fmla="*/ 2952188 w 6320274"/>
              <a:gd name="connsiteY381" fmla="*/ 1258868 h 1660203"/>
              <a:gd name="connsiteX382" fmla="*/ 2962356 w 6320274"/>
              <a:gd name="connsiteY382" fmla="*/ 1263415 h 1660203"/>
              <a:gd name="connsiteX383" fmla="*/ 2953218 w 6320274"/>
              <a:gd name="connsiteY383" fmla="*/ 1264837 h 1660203"/>
              <a:gd name="connsiteX384" fmla="*/ 2945801 w 6320274"/>
              <a:gd name="connsiteY384" fmla="*/ 1258671 h 1660203"/>
              <a:gd name="connsiteX385" fmla="*/ 2783681 w 6320274"/>
              <a:gd name="connsiteY385" fmla="*/ 1258405 h 1660203"/>
              <a:gd name="connsiteX386" fmla="*/ 2866540 w 6320274"/>
              <a:gd name="connsiteY386" fmla="*/ 1301841 h 1660203"/>
              <a:gd name="connsiteX387" fmla="*/ 3338861 w 6320274"/>
              <a:gd name="connsiteY387" fmla="*/ 1409091 h 1660203"/>
              <a:gd name="connsiteX388" fmla="*/ 3080096 w 6320274"/>
              <a:gd name="connsiteY388" fmla="*/ 1377599 h 1660203"/>
              <a:gd name="connsiteX389" fmla="*/ 2823125 w 6320274"/>
              <a:gd name="connsiteY389" fmla="*/ 1283880 h 1660203"/>
              <a:gd name="connsiteX390" fmla="*/ 2783681 w 6320274"/>
              <a:gd name="connsiteY390" fmla="*/ 1258405 h 1660203"/>
              <a:gd name="connsiteX391" fmla="*/ 5334338 w 6320274"/>
              <a:gd name="connsiteY391" fmla="*/ 1248477 h 1660203"/>
              <a:gd name="connsiteX392" fmla="*/ 5500511 w 6320274"/>
              <a:gd name="connsiteY392" fmla="*/ 1313788 h 1660203"/>
              <a:gd name="connsiteX393" fmla="*/ 5757627 w 6320274"/>
              <a:gd name="connsiteY393" fmla="*/ 1423908 h 1660203"/>
              <a:gd name="connsiteX394" fmla="*/ 5900921 w 6320274"/>
              <a:gd name="connsiteY394" fmla="*/ 1480065 h 1660203"/>
              <a:gd name="connsiteX395" fmla="*/ 5334338 w 6320274"/>
              <a:gd name="connsiteY395" fmla="*/ 1248477 h 1660203"/>
              <a:gd name="connsiteX396" fmla="*/ 2774853 w 6320274"/>
              <a:gd name="connsiteY396" fmla="*/ 1245790 h 1660203"/>
              <a:gd name="connsiteX397" fmla="*/ 2774652 w 6320274"/>
              <a:gd name="connsiteY397" fmla="*/ 1246077 h 1660203"/>
              <a:gd name="connsiteX398" fmla="*/ 2783935 w 6320274"/>
              <a:gd name="connsiteY398" fmla="*/ 1255580 h 1660203"/>
              <a:gd name="connsiteX399" fmla="*/ 2772968 w 6320274"/>
              <a:gd name="connsiteY399" fmla="*/ 1256479 h 1660203"/>
              <a:gd name="connsiteX400" fmla="*/ 2774853 w 6320274"/>
              <a:gd name="connsiteY400" fmla="*/ 1245790 h 1660203"/>
              <a:gd name="connsiteX401" fmla="*/ 5692890 w 6320274"/>
              <a:gd name="connsiteY401" fmla="*/ 1234031 h 1660203"/>
              <a:gd name="connsiteX402" fmla="*/ 5733134 w 6320274"/>
              <a:gd name="connsiteY402" fmla="*/ 1254059 h 1660203"/>
              <a:gd name="connsiteX403" fmla="*/ 5692890 w 6320274"/>
              <a:gd name="connsiteY403" fmla="*/ 1234031 h 1660203"/>
              <a:gd name="connsiteX404" fmla="*/ 2413730 w 6320274"/>
              <a:gd name="connsiteY404" fmla="*/ 1224548 h 1660203"/>
              <a:gd name="connsiteX405" fmla="*/ 2436606 w 6320274"/>
              <a:gd name="connsiteY405" fmla="*/ 1233704 h 1660203"/>
              <a:gd name="connsiteX406" fmla="*/ 2413730 w 6320274"/>
              <a:gd name="connsiteY406" fmla="*/ 1224548 h 1660203"/>
              <a:gd name="connsiteX407" fmla="*/ 6242495 w 6320274"/>
              <a:gd name="connsiteY407" fmla="*/ 1221680 h 1660203"/>
              <a:gd name="connsiteX408" fmla="*/ 6254405 w 6320274"/>
              <a:gd name="connsiteY408" fmla="*/ 1231736 h 1660203"/>
              <a:gd name="connsiteX409" fmla="*/ 6242495 w 6320274"/>
              <a:gd name="connsiteY409" fmla="*/ 1221680 h 1660203"/>
              <a:gd name="connsiteX410" fmla="*/ 2385367 w 6320274"/>
              <a:gd name="connsiteY410" fmla="*/ 1214038 h 1660203"/>
              <a:gd name="connsiteX411" fmla="*/ 2403902 w 6320274"/>
              <a:gd name="connsiteY411" fmla="*/ 1217667 h 1660203"/>
              <a:gd name="connsiteX412" fmla="*/ 2401013 w 6320274"/>
              <a:gd name="connsiteY412" fmla="*/ 1223754 h 1660203"/>
              <a:gd name="connsiteX413" fmla="*/ 2381970 w 6320274"/>
              <a:gd name="connsiteY413" fmla="*/ 1219466 h 1660203"/>
              <a:gd name="connsiteX414" fmla="*/ 2385367 w 6320274"/>
              <a:gd name="connsiteY414" fmla="*/ 1214038 h 1660203"/>
              <a:gd name="connsiteX415" fmla="*/ 1323446 w 6320274"/>
              <a:gd name="connsiteY415" fmla="*/ 1205741 h 1660203"/>
              <a:gd name="connsiteX416" fmla="*/ 1399459 w 6320274"/>
              <a:gd name="connsiteY416" fmla="*/ 1253053 h 1660203"/>
              <a:gd name="connsiteX417" fmla="*/ 1428239 w 6320274"/>
              <a:gd name="connsiteY417" fmla="*/ 1247376 h 1660203"/>
              <a:gd name="connsiteX418" fmla="*/ 1323446 w 6320274"/>
              <a:gd name="connsiteY418" fmla="*/ 1205741 h 1660203"/>
              <a:gd name="connsiteX419" fmla="*/ 5421672 w 6320274"/>
              <a:gd name="connsiteY419" fmla="*/ 1195103 h 1660203"/>
              <a:gd name="connsiteX420" fmla="*/ 5666189 w 6320274"/>
              <a:gd name="connsiteY420" fmla="*/ 1281389 h 1660203"/>
              <a:gd name="connsiteX421" fmla="*/ 5802633 w 6320274"/>
              <a:gd name="connsiteY421" fmla="*/ 1347331 h 1660203"/>
              <a:gd name="connsiteX422" fmla="*/ 5852501 w 6320274"/>
              <a:gd name="connsiteY422" fmla="*/ 1374528 h 1660203"/>
              <a:gd name="connsiteX423" fmla="*/ 5421672 w 6320274"/>
              <a:gd name="connsiteY423" fmla="*/ 1195103 h 1660203"/>
              <a:gd name="connsiteX424" fmla="*/ 5329135 w 6320274"/>
              <a:gd name="connsiteY424" fmla="*/ 1179637 h 1660203"/>
              <a:gd name="connsiteX425" fmla="*/ 5329223 w 6320274"/>
              <a:gd name="connsiteY425" fmla="*/ 1179770 h 1660203"/>
              <a:gd name="connsiteX426" fmla="*/ 5328933 w 6320274"/>
              <a:gd name="connsiteY426" fmla="*/ 1179924 h 1660203"/>
              <a:gd name="connsiteX427" fmla="*/ 3144568 w 6320274"/>
              <a:gd name="connsiteY427" fmla="*/ 1179111 h 1660203"/>
              <a:gd name="connsiteX428" fmla="*/ 3144468 w 6320274"/>
              <a:gd name="connsiteY428" fmla="*/ 1179286 h 1660203"/>
              <a:gd name="connsiteX429" fmla="*/ 3144077 w 6320274"/>
              <a:gd name="connsiteY429" fmla="*/ 1179196 h 1660203"/>
              <a:gd name="connsiteX430" fmla="*/ 1872914 w 6320274"/>
              <a:gd name="connsiteY430" fmla="*/ 1176890 h 1660203"/>
              <a:gd name="connsiteX431" fmla="*/ 1930030 w 6320274"/>
              <a:gd name="connsiteY431" fmla="*/ 1186309 h 1660203"/>
              <a:gd name="connsiteX432" fmla="*/ 2191182 w 6320274"/>
              <a:gd name="connsiteY432" fmla="*/ 1269887 h 1660203"/>
              <a:gd name="connsiteX433" fmla="*/ 2335275 w 6320274"/>
              <a:gd name="connsiteY433" fmla="*/ 1320597 h 1660203"/>
              <a:gd name="connsiteX434" fmla="*/ 2442100 w 6320274"/>
              <a:gd name="connsiteY434" fmla="*/ 1367945 h 1660203"/>
              <a:gd name="connsiteX435" fmla="*/ 2525157 w 6320274"/>
              <a:gd name="connsiteY435" fmla="*/ 1392645 h 1660203"/>
              <a:gd name="connsiteX436" fmla="*/ 2469092 w 6320274"/>
              <a:gd name="connsiteY436" fmla="*/ 1385986 h 1660203"/>
              <a:gd name="connsiteX437" fmla="*/ 2148114 w 6320274"/>
              <a:gd name="connsiteY437" fmla="*/ 1268039 h 1660203"/>
              <a:gd name="connsiteX438" fmla="*/ 1923592 w 6320274"/>
              <a:gd name="connsiteY438" fmla="*/ 1193181 h 1660203"/>
              <a:gd name="connsiteX439" fmla="*/ 1891704 w 6320274"/>
              <a:gd name="connsiteY439" fmla="*/ 1187742 h 1660203"/>
              <a:gd name="connsiteX440" fmla="*/ 1872039 w 6320274"/>
              <a:gd name="connsiteY440" fmla="*/ 1176385 h 1660203"/>
              <a:gd name="connsiteX441" fmla="*/ 1872914 w 6320274"/>
              <a:gd name="connsiteY441" fmla="*/ 1176890 h 1660203"/>
              <a:gd name="connsiteX442" fmla="*/ 1871208 w 6320274"/>
              <a:gd name="connsiteY442" fmla="*/ 1176608 h 1660203"/>
              <a:gd name="connsiteX443" fmla="*/ 5337816 w 6320274"/>
              <a:gd name="connsiteY443" fmla="*/ 1175851 h 1660203"/>
              <a:gd name="connsiteX444" fmla="*/ 5735455 w 6320274"/>
              <a:gd name="connsiteY444" fmla="*/ 1357772 h 1660203"/>
              <a:gd name="connsiteX445" fmla="*/ 5820400 w 6320274"/>
              <a:gd name="connsiteY445" fmla="*/ 1404382 h 1660203"/>
              <a:gd name="connsiteX446" fmla="*/ 5331220 w 6320274"/>
              <a:gd name="connsiteY446" fmla="*/ 1182812 h 1660203"/>
              <a:gd name="connsiteX447" fmla="*/ 5329223 w 6320274"/>
              <a:gd name="connsiteY447" fmla="*/ 1179770 h 1660203"/>
              <a:gd name="connsiteX448" fmla="*/ 5333234 w 6320274"/>
              <a:gd name="connsiteY448" fmla="*/ 1177628 h 1660203"/>
              <a:gd name="connsiteX449" fmla="*/ 5337816 w 6320274"/>
              <a:gd name="connsiteY449" fmla="*/ 1175851 h 1660203"/>
              <a:gd name="connsiteX450" fmla="*/ 1848676 w 6320274"/>
              <a:gd name="connsiteY450" fmla="*/ 1172893 h 1660203"/>
              <a:gd name="connsiteX451" fmla="*/ 1871208 w 6320274"/>
              <a:gd name="connsiteY451" fmla="*/ 1176608 h 1660203"/>
              <a:gd name="connsiteX452" fmla="*/ 1858767 w 6320274"/>
              <a:gd name="connsiteY452" fmla="*/ 1179960 h 1660203"/>
              <a:gd name="connsiteX453" fmla="*/ 1190122 w 6320274"/>
              <a:gd name="connsiteY453" fmla="*/ 1172865 h 1660203"/>
              <a:gd name="connsiteX454" fmla="*/ 1321109 w 6320274"/>
              <a:gd name="connsiteY454" fmla="*/ 1237989 h 1660203"/>
              <a:gd name="connsiteX455" fmla="*/ 1190122 w 6320274"/>
              <a:gd name="connsiteY455" fmla="*/ 1172865 h 1660203"/>
              <a:gd name="connsiteX456" fmla="*/ 1848076 w 6320274"/>
              <a:gd name="connsiteY456" fmla="*/ 1172472 h 1660203"/>
              <a:gd name="connsiteX457" fmla="*/ 1848676 w 6320274"/>
              <a:gd name="connsiteY457" fmla="*/ 1172893 h 1660203"/>
              <a:gd name="connsiteX458" fmla="*/ 1847874 w 6320274"/>
              <a:gd name="connsiteY458" fmla="*/ 1172761 h 1660203"/>
              <a:gd name="connsiteX459" fmla="*/ 2820404 w 6320274"/>
              <a:gd name="connsiteY459" fmla="*/ 1166592 h 1660203"/>
              <a:gd name="connsiteX460" fmla="*/ 2849426 w 6320274"/>
              <a:gd name="connsiteY460" fmla="*/ 1190346 h 1660203"/>
              <a:gd name="connsiteX461" fmla="*/ 2820404 w 6320274"/>
              <a:gd name="connsiteY461" fmla="*/ 1166592 h 1660203"/>
              <a:gd name="connsiteX462" fmla="*/ 6151150 w 6320274"/>
              <a:gd name="connsiteY462" fmla="*/ 1163296 h 1660203"/>
              <a:gd name="connsiteX463" fmla="*/ 6184596 w 6320274"/>
              <a:gd name="connsiteY463" fmla="*/ 1190575 h 1660203"/>
              <a:gd name="connsiteX464" fmla="*/ 6151150 w 6320274"/>
              <a:gd name="connsiteY464" fmla="*/ 1163296 h 1660203"/>
              <a:gd name="connsiteX465" fmla="*/ 5889498 w 6320274"/>
              <a:gd name="connsiteY465" fmla="*/ 1162380 h 1660203"/>
              <a:gd name="connsiteX466" fmla="*/ 5889385 w 6320274"/>
              <a:gd name="connsiteY466" fmla="*/ 1163158 h 1660203"/>
              <a:gd name="connsiteX467" fmla="*/ 6207282 w 6320274"/>
              <a:gd name="connsiteY467" fmla="*/ 1334710 h 1660203"/>
              <a:gd name="connsiteX468" fmla="*/ 6221965 w 6320274"/>
              <a:gd name="connsiteY468" fmla="*/ 1361719 h 1660203"/>
              <a:gd name="connsiteX469" fmla="*/ 6148387 w 6320274"/>
              <a:gd name="connsiteY469" fmla="*/ 1327786 h 1660203"/>
              <a:gd name="connsiteX470" fmla="*/ 6172352 w 6320274"/>
              <a:gd name="connsiteY470" fmla="*/ 1331698 h 1660203"/>
              <a:gd name="connsiteX471" fmla="*/ 6042453 w 6320274"/>
              <a:gd name="connsiteY471" fmla="*/ 1293929 h 1660203"/>
              <a:gd name="connsiteX472" fmla="*/ 6109689 w 6320274"/>
              <a:gd name="connsiteY472" fmla="*/ 1332001 h 1660203"/>
              <a:gd name="connsiteX473" fmla="*/ 6113658 w 6320274"/>
              <a:gd name="connsiteY473" fmla="*/ 1324486 h 1660203"/>
              <a:gd name="connsiteX474" fmla="*/ 6122686 w 6320274"/>
              <a:gd name="connsiteY474" fmla="*/ 1336812 h 1660203"/>
              <a:gd name="connsiteX475" fmla="*/ 6029658 w 6320274"/>
              <a:gd name="connsiteY475" fmla="*/ 1288830 h 1660203"/>
              <a:gd name="connsiteX476" fmla="*/ 6015520 w 6320274"/>
              <a:gd name="connsiteY476" fmla="*/ 1291798 h 1660203"/>
              <a:gd name="connsiteX477" fmla="*/ 6004408 w 6320274"/>
              <a:gd name="connsiteY477" fmla="*/ 1276297 h 1660203"/>
              <a:gd name="connsiteX478" fmla="*/ 6104687 w 6320274"/>
              <a:gd name="connsiteY478" fmla="*/ 1295471 h 1660203"/>
              <a:gd name="connsiteX479" fmla="*/ 5879474 w 6320274"/>
              <a:gd name="connsiteY479" fmla="*/ 1174234 h 1660203"/>
              <a:gd name="connsiteX480" fmla="*/ 5889498 w 6320274"/>
              <a:gd name="connsiteY480" fmla="*/ 1162380 h 1660203"/>
              <a:gd name="connsiteX481" fmla="*/ 5748862 w 6320274"/>
              <a:gd name="connsiteY481" fmla="*/ 1156554 h 1660203"/>
              <a:gd name="connsiteX482" fmla="*/ 5749190 w 6320274"/>
              <a:gd name="connsiteY482" fmla="*/ 1156712 h 1660203"/>
              <a:gd name="connsiteX483" fmla="*/ 5748661 w 6320274"/>
              <a:gd name="connsiteY483" fmla="*/ 1156841 h 1660203"/>
              <a:gd name="connsiteX484" fmla="*/ 1770545 w 6320274"/>
              <a:gd name="connsiteY484" fmla="*/ 1154919 h 1660203"/>
              <a:gd name="connsiteX485" fmla="*/ 1830655 w 6320274"/>
              <a:gd name="connsiteY485" fmla="*/ 1164136 h 1660203"/>
              <a:gd name="connsiteX486" fmla="*/ 1812169 w 6320274"/>
              <a:gd name="connsiteY486" fmla="*/ 1167999 h 1660203"/>
              <a:gd name="connsiteX487" fmla="*/ 1747199 w 6320274"/>
              <a:gd name="connsiteY487" fmla="*/ 1158457 h 1660203"/>
              <a:gd name="connsiteX488" fmla="*/ 1770545 w 6320274"/>
              <a:gd name="connsiteY488" fmla="*/ 1154919 h 1660203"/>
              <a:gd name="connsiteX489" fmla="*/ 5758087 w 6320274"/>
              <a:gd name="connsiteY489" fmla="*/ 1150145 h 1660203"/>
              <a:gd name="connsiteX490" fmla="*/ 5868737 w 6320274"/>
              <a:gd name="connsiteY490" fmla="*/ 1206177 h 1660203"/>
              <a:gd name="connsiteX491" fmla="*/ 5807918 w 6320274"/>
              <a:gd name="connsiteY491" fmla="*/ 1184930 h 1660203"/>
              <a:gd name="connsiteX492" fmla="*/ 5749190 w 6320274"/>
              <a:gd name="connsiteY492" fmla="*/ 1156712 h 1660203"/>
              <a:gd name="connsiteX493" fmla="*/ 5754838 w 6320274"/>
              <a:gd name="connsiteY493" fmla="*/ 1155323 h 1660203"/>
              <a:gd name="connsiteX494" fmla="*/ 5758087 w 6320274"/>
              <a:gd name="connsiteY494" fmla="*/ 1150145 h 1660203"/>
              <a:gd name="connsiteX495" fmla="*/ 5732083 w 6320274"/>
              <a:gd name="connsiteY495" fmla="*/ 1143305 h 1660203"/>
              <a:gd name="connsiteX496" fmla="*/ 5745037 w 6320274"/>
              <a:gd name="connsiteY496" fmla="*/ 1147871 h 1660203"/>
              <a:gd name="connsiteX497" fmla="*/ 5731053 w 6320274"/>
              <a:gd name="connsiteY497" fmla="*/ 1148696 h 1660203"/>
              <a:gd name="connsiteX498" fmla="*/ 5718445 w 6320274"/>
              <a:gd name="connsiteY498" fmla="*/ 1143406 h 1660203"/>
              <a:gd name="connsiteX499" fmla="*/ 5732083 w 6320274"/>
              <a:gd name="connsiteY499" fmla="*/ 1143305 h 1660203"/>
              <a:gd name="connsiteX500" fmla="*/ 2940952 w 6320274"/>
              <a:gd name="connsiteY500" fmla="*/ 1142054 h 1660203"/>
              <a:gd name="connsiteX501" fmla="*/ 2942354 w 6320274"/>
              <a:gd name="connsiteY501" fmla="*/ 1143409 h 1660203"/>
              <a:gd name="connsiteX502" fmla="*/ 2942409 w 6320274"/>
              <a:gd name="connsiteY502" fmla="*/ 1143664 h 1660203"/>
              <a:gd name="connsiteX503" fmla="*/ 2940952 w 6320274"/>
              <a:gd name="connsiteY503" fmla="*/ 1142054 h 1660203"/>
              <a:gd name="connsiteX504" fmla="*/ 3229418 w 6320274"/>
              <a:gd name="connsiteY504" fmla="*/ 1141585 h 1660203"/>
              <a:gd name="connsiteX505" fmla="*/ 3269407 w 6320274"/>
              <a:gd name="connsiteY505" fmla="*/ 1164439 h 1660203"/>
              <a:gd name="connsiteX506" fmla="*/ 3229418 w 6320274"/>
              <a:gd name="connsiteY506" fmla="*/ 1141585 h 1660203"/>
              <a:gd name="connsiteX507" fmla="*/ 2941497 w 6320274"/>
              <a:gd name="connsiteY507" fmla="*/ 1139432 h 1660203"/>
              <a:gd name="connsiteX508" fmla="*/ 2941714 w 6320274"/>
              <a:gd name="connsiteY508" fmla="*/ 1140441 h 1660203"/>
              <a:gd name="connsiteX509" fmla="*/ 2941672 w 6320274"/>
              <a:gd name="connsiteY509" fmla="*/ 1140413 h 1660203"/>
              <a:gd name="connsiteX510" fmla="*/ 2406638 w 6320274"/>
              <a:gd name="connsiteY510" fmla="*/ 1133798 h 1660203"/>
              <a:gd name="connsiteX511" fmla="*/ 2424006 w 6320274"/>
              <a:gd name="connsiteY511" fmla="*/ 1144671 h 1660203"/>
              <a:gd name="connsiteX512" fmla="*/ 2406638 w 6320274"/>
              <a:gd name="connsiteY512" fmla="*/ 1133798 h 1660203"/>
              <a:gd name="connsiteX513" fmla="*/ 5560758 w 6320274"/>
              <a:gd name="connsiteY513" fmla="*/ 1125640 h 1660203"/>
              <a:gd name="connsiteX514" fmla="*/ 5648728 w 6320274"/>
              <a:gd name="connsiteY514" fmla="*/ 1153782 h 1660203"/>
              <a:gd name="connsiteX515" fmla="*/ 5724591 w 6320274"/>
              <a:gd name="connsiteY515" fmla="*/ 1190603 h 1660203"/>
              <a:gd name="connsiteX516" fmla="*/ 5961712 w 6320274"/>
              <a:gd name="connsiteY516" fmla="*/ 1289296 h 1660203"/>
              <a:gd name="connsiteX517" fmla="*/ 5949645 w 6320274"/>
              <a:gd name="connsiteY517" fmla="*/ 1294324 h 1660203"/>
              <a:gd name="connsiteX518" fmla="*/ 5907331 w 6320274"/>
              <a:gd name="connsiteY518" fmla="*/ 1272235 h 1660203"/>
              <a:gd name="connsiteX519" fmla="*/ 5897905 w 6320274"/>
              <a:gd name="connsiteY519" fmla="*/ 1278931 h 1660203"/>
              <a:gd name="connsiteX520" fmla="*/ 5560758 w 6320274"/>
              <a:gd name="connsiteY520" fmla="*/ 1125640 h 1660203"/>
              <a:gd name="connsiteX521" fmla="*/ 2351458 w 6320274"/>
              <a:gd name="connsiteY521" fmla="*/ 1122183 h 1660203"/>
              <a:gd name="connsiteX522" fmla="*/ 2384503 w 6320274"/>
              <a:gd name="connsiteY522" fmla="*/ 1135885 h 1660203"/>
              <a:gd name="connsiteX523" fmla="*/ 2351458 w 6320274"/>
              <a:gd name="connsiteY523" fmla="*/ 1122183 h 1660203"/>
              <a:gd name="connsiteX524" fmla="*/ 4033094 w 6320274"/>
              <a:gd name="connsiteY524" fmla="*/ 1118839 h 1660203"/>
              <a:gd name="connsiteX525" fmla="*/ 4046636 w 6320274"/>
              <a:gd name="connsiteY525" fmla="*/ 1153629 h 1660203"/>
              <a:gd name="connsiteX526" fmla="*/ 4024211 w 6320274"/>
              <a:gd name="connsiteY526" fmla="*/ 1122914 h 1660203"/>
              <a:gd name="connsiteX527" fmla="*/ 4033094 w 6320274"/>
              <a:gd name="connsiteY527" fmla="*/ 1118839 h 1660203"/>
              <a:gd name="connsiteX528" fmla="*/ 5433855 w 6320274"/>
              <a:gd name="connsiteY528" fmla="*/ 1098975 h 1660203"/>
              <a:gd name="connsiteX529" fmla="*/ 5741926 w 6320274"/>
              <a:gd name="connsiteY529" fmla="*/ 1231049 h 1660203"/>
              <a:gd name="connsiteX530" fmla="*/ 5755866 w 6320274"/>
              <a:gd name="connsiteY530" fmla="*/ 1246815 h 1660203"/>
              <a:gd name="connsiteX531" fmla="*/ 5822701 w 6320274"/>
              <a:gd name="connsiteY531" fmla="*/ 1271310 h 1660203"/>
              <a:gd name="connsiteX532" fmla="*/ 5816104 w 6320274"/>
              <a:gd name="connsiteY532" fmla="*/ 1278271 h 1660203"/>
              <a:gd name="connsiteX533" fmla="*/ 5900105 w 6320274"/>
              <a:gd name="connsiteY533" fmla="*/ 1313927 h 1660203"/>
              <a:gd name="connsiteX534" fmla="*/ 5759981 w 6320274"/>
              <a:gd name="connsiteY534" fmla="*/ 1255701 h 1660203"/>
              <a:gd name="connsiteX535" fmla="*/ 5766179 w 6320274"/>
              <a:gd name="connsiteY535" fmla="*/ 1267763 h 1660203"/>
              <a:gd name="connsiteX536" fmla="*/ 5746526 w 6320274"/>
              <a:gd name="connsiteY536" fmla="*/ 1254001 h 1660203"/>
              <a:gd name="connsiteX537" fmla="*/ 5754865 w 6320274"/>
              <a:gd name="connsiteY537" fmla="*/ 1252549 h 1660203"/>
              <a:gd name="connsiteX538" fmla="*/ 5728419 w 6320274"/>
              <a:gd name="connsiteY538" fmla="*/ 1231885 h 1660203"/>
              <a:gd name="connsiteX539" fmla="*/ 5546223 w 6320274"/>
              <a:gd name="connsiteY539" fmla="*/ 1147631 h 1660203"/>
              <a:gd name="connsiteX540" fmla="*/ 5434432 w 6320274"/>
              <a:gd name="connsiteY540" fmla="*/ 1099379 h 1660203"/>
              <a:gd name="connsiteX541" fmla="*/ 5505634 w 6320274"/>
              <a:gd name="connsiteY541" fmla="*/ 1097338 h 1660203"/>
              <a:gd name="connsiteX542" fmla="*/ 5525629 w 6320274"/>
              <a:gd name="connsiteY542" fmla="*/ 1108764 h 1660203"/>
              <a:gd name="connsiteX543" fmla="*/ 5517949 w 6320274"/>
              <a:gd name="connsiteY543" fmla="*/ 1109659 h 1660203"/>
              <a:gd name="connsiteX544" fmla="*/ 5509205 w 6320274"/>
              <a:gd name="connsiteY544" fmla="*/ 1108845 h 1660203"/>
              <a:gd name="connsiteX545" fmla="*/ 5505634 w 6320274"/>
              <a:gd name="connsiteY545" fmla="*/ 1097338 h 1660203"/>
              <a:gd name="connsiteX546" fmla="*/ 2212122 w 6320274"/>
              <a:gd name="connsiteY546" fmla="*/ 1086129 h 1660203"/>
              <a:gd name="connsiteX547" fmla="*/ 2240554 w 6320274"/>
              <a:gd name="connsiteY547" fmla="*/ 1101575 h 1660203"/>
              <a:gd name="connsiteX548" fmla="*/ 2199426 w 6320274"/>
              <a:gd name="connsiteY548" fmla="*/ 1086501 h 1660203"/>
              <a:gd name="connsiteX549" fmla="*/ 2212122 w 6320274"/>
              <a:gd name="connsiteY549" fmla="*/ 1086129 h 1660203"/>
              <a:gd name="connsiteX550" fmla="*/ 2840159 w 6320274"/>
              <a:gd name="connsiteY550" fmla="*/ 1077481 h 1660203"/>
              <a:gd name="connsiteX551" fmla="*/ 2852069 w 6320274"/>
              <a:gd name="connsiteY551" fmla="*/ 1087537 h 1660203"/>
              <a:gd name="connsiteX552" fmla="*/ 2840159 w 6320274"/>
              <a:gd name="connsiteY552" fmla="*/ 1077481 h 1660203"/>
              <a:gd name="connsiteX553" fmla="*/ 2701379 w 6320274"/>
              <a:gd name="connsiteY553" fmla="*/ 1076389 h 1660203"/>
              <a:gd name="connsiteX554" fmla="*/ 2716119 w 6320274"/>
              <a:gd name="connsiteY554" fmla="*/ 1086709 h 1660203"/>
              <a:gd name="connsiteX555" fmla="*/ 2701379 w 6320274"/>
              <a:gd name="connsiteY555" fmla="*/ 1076389 h 1660203"/>
              <a:gd name="connsiteX556" fmla="*/ 3368828 w 6320274"/>
              <a:gd name="connsiteY556" fmla="*/ 1075351 h 1660203"/>
              <a:gd name="connsiteX557" fmla="*/ 3420923 w 6320274"/>
              <a:gd name="connsiteY557" fmla="*/ 1089524 h 1660203"/>
              <a:gd name="connsiteX558" fmla="*/ 3368828 w 6320274"/>
              <a:gd name="connsiteY558" fmla="*/ 1075351 h 1660203"/>
              <a:gd name="connsiteX559" fmla="*/ 5656377 w 6320274"/>
              <a:gd name="connsiteY559" fmla="*/ 1073352 h 1660203"/>
              <a:gd name="connsiteX560" fmla="*/ 5799128 w 6320274"/>
              <a:gd name="connsiteY560" fmla="*/ 1132131 h 1660203"/>
              <a:gd name="connsiteX561" fmla="*/ 5955768 w 6320274"/>
              <a:gd name="connsiteY561" fmla="*/ 1241811 h 1660203"/>
              <a:gd name="connsiteX562" fmla="*/ 6005636 w 6320274"/>
              <a:gd name="connsiteY562" fmla="*/ 1269007 h 1660203"/>
              <a:gd name="connsiteX563" fmla="*/ 6006213 w 6320274"/>
              <a:gd name="connsiteY563" fmla="*/ 1269413 h 1660203"/>
              <a:gd name="connsiteX564" fmla="*/ 6001166 w 6320274"/>
              <a:gd name="connsiteY564" fmla="*/ 1273143 h 1660203"/>
              <a:gd name="connsiteX565" fmla="*/ 5979368 w 6320274"/>
              <a:gd name="connsiteY565" fmla="*/ 1267773 h 1660203"/>
              <a:gd name="connsiteX566" fmla="*/ 5950346 w 6320274"/>
              <a:gd name="connsiteY566" fmla="*/ 1244019 h 1660203"/>
              <a:gd name="connsiteX567" fmla="*/ 5896763 w 6320274"/>
              <a:gd name="connsiteY567" fmla="*/ 1221512 h 1660203"/>
              <a:gd name="connsiteX568" fmla="*/ 5871855 w 6320274"/>
              <a:gd name="connsiteY568" fmla="*/ 1206646 h 1660203"/>
              <a:gd name="connsiteX569" fmla="*/ 5910611 w 6320274"/>
              <a:gd name="connsiteY569" fmla="*/ 1218342 h 1660203"/>
              <a:gd name="connsiteX570" fmla="*/ 5656377 w 6320274"/>
              <a:gd name="connsiteY570" fmla="*/ 1073352 h 1660203"/>
              <a:gd name="connsiteX571" fmla="*/ 5559125 w 6320274"/>
              <a:gd name="connsiteY571" fmla="*/ 1068308 h 1660203"/>
              <a:gd name="connsiteX572" fmla="*/ 5722414 w 6320274"/>
              <a:gd name="connsiteY572" fmla="*/ 1135892 h 1660203"/>
              <a:gd name="connsiteX573" fmla="*/ 5724156 w 6320274"/>
              <a:gd name="connsiteY573" fmla="*/ 1141400 h 1660203"/>
              <a:gd name="connsiteX574" fmla="*/ 5671117 w 6320274"/>
              <a:gd name="connsiteY574" fmla="*/ 1116272 h 1660203"/>
              <a:gd name="connsiteX575" fmla="*/ 5573864 w 6320274"/>
              <a:gd name="connsiteY575" fmla="*/ 1078630 h 1660203"/>
              <a:gd name="connsiteX576" fmla="*/ 5557441 w 6320274"/>
              <a:gd name="connsiteY576" fmla="*/ 1078709 h 1660203"/>
              <a:gd name="connsiteX577" fmla="*/ 5559125 w 6320274"/>
              <a:gd name="connsiteY577" fmla="*/ 1068308 h 1660203"/>
              <a:gd name="connsiteX578" fmla="*/ 5317530 w 6320274"/>
              <a:gd name="connsiteY578" fmla="*/ 1066423 h 1660203"/>
              <a:gd name="connsiteX579" fmla="*/ 5440287 w 6320274"/>
              <a:gd name="connsiteY579" fmla="*/ 1113774 h 1660203"/>
              <a:gd name="connsiteX580" fmla="*/ 5567159 w 6320274"/>
              <a:gd name="connsiteY580" fmla="*/ 1170012 h 1660203"/>
              <a:gd name="connsiteX581" fmla="*/ 5652646 w 6320274"/>
              <a:gd name="connsiteY581" fmla="*/ 1214001 h 1660203"/>
              <a:gd name="connsiteX582" fmla="*/ 5690059 w 6320274"/>
              <a:gd name="connsiteY582" fmla="*/ 1233765 h 1660203"/>
              <a:gd name="connsiteX583" fmla="*/ 5317040 w 6320274"/>
              <a:gd name="connsiteY583" fmla="*/ 1066508 h 1660203"/>
              <a:gd name="connsiteX584" fmla="*/ 2385011 w 6320274"/>
              <a:gd name="connsiteY584" fmla="*/ 1065039 h 1660203"/>
              <a:gd name="connsiteX585" fmla="*/ 2405006 w 6320274"/>
              <a:gd name="connsiteY585" fmla="*/ 1076465 h 1660203"/>
              <a:gd name="connsiteX586" fmla="*/ 2385011 w 6320274"/>
              <a:gd name="connsiteY586" fmla="*/ 1065039 h 1660203"/>
              <a:gd name="connsiteX587" fmla="*/ 5639265 w 6320274"/>
              <a:gd name="connsiteY587" fmla="*/ 1059654 h 1660203"/>
              <a:gd name="connsiteX588" fmla="*/ 5649434 w 6320274"/>
              <a:gd name="connsiteY588" fmla="*/ 1064200 h 1660203"/>
              <a:gd name="connsiteX589" fmla="*/ 5641625 w 6320274"/>
              <a:gd name="connsiteY589" fmla="*/ 1071814 h 1660203"/>
              <a:gd name="connsiteX590" fmla="*/ 5632413 w 6320274"/>
              <a:gd name="connsiteY590" fmla="*/ 1069439 h 1660203"/>
              <a:gd name="connsiteX591" fmla="*/ 5639265 w 6320274"/>
              <a:gd name="connsiteY591" fmla="*/ 1059654 h 1660203"/>
              <a:gd name="connsiteX592" fmla="*/ 5495519 w 6320274"/>
              <a:gd name="connsiteY592" fmla="*/ 1057656 h 1660203"/>
              <a:gd name="connsiteX593" fmla="*/ 5525937 w 6320274"/>
              <a:gd name="connsiteY593" fmla="*/ 1070806 h 1660203"/>
              <a:gd name="connsiteX594" fmla="*/ 5495519 w 6320274"/>
              <a:gd name="connsiteY594" fmla="*/ 1057656 h 1660203"/>
              <a:gd name="connsiteX595" fmla="*/ 2882085 w 6320274"/>
              <a:gd name="connsiteY595" fmla="*/ 1054510 h 1660203"/>
              <a:gd name="connsiteX596" fmla="*/ 2888285 w 6320274"/>
              <a:gd name="connsiteY596" fmla="*/ 1066572 h 1660203"/>
              <a:gd name="connsiteX597" fmla="*/ 2882085 w 6320274"/>
              <a:gd name="connsiteY597" fmla="*/ 1054510 h 1660203"/>
              <a:gd name="connsiteX598" fmla="*/ 2377014 w 6320274"/>
              <a:gd name="connsiteY598" fmla="*/ 1047811 h 1660203"/>
              <a:gd name="connsiteX599" fmla="*/ 2390361 w 6320274"/>
              <a:gd name="connsiteY599" fmla="*/ 1052861 h 1660203"/>
              <a:gd name="connsiteX600" fmla="*/ 2396520 w 6320274"/>
              <a:gd name="connsiteY600" fmla="*/ 1061517 h 1660203"/>
              <a:gd name="connsiteX601" fmla="*/ 2375727 w 6320274"/>
              <a:gd name="connsiteY601" fmla="*/ 1055536 h 1660203"/>
              <a:gd name="connsiteX602" fmla="*/ 2377070 w 6320274"/>
              <a:gd name="connsiteY602" fmla="*/ 1047469 h 1660203"/>
              <a:gd name="connsiteX603" fmla="*/ 2377014 w 6320274"/>
              <a:gd name="connsiteY603" fmla="*/ 1047811 h 1660203"/>
              <a:gd name="connsiteX604" fmla="*/ 2376868 w 6320274"/>
              <a:gd name="connsiteY604" fmla="*/ 1047757 h 1660203"/>
              <a:gd name="connsiteX605" fmla="*/ 5579969 w 6320274"/>
              <a:gd name="connsiteY605" fmla="*/ 1039153 h 1660203"/>
              <a:gd name="connsiteX606" fmla="*/ 5624926 w 6320274"/>
              <a:gd name="connsiteY606" fmla="*/ 1062910 h 1660203"/>
              <a:gd name="connsiteX607" fmla="*/ 5579969 w 6320274"/>
              <a:gd name="connsiteY607" fmla="*/ 1039153 h 1660203"/>
              <a:gd name="connsiteX608" fmla="*/ 5420889 w 6320274"/>
              <a:gd name="connsiteY608" fmla="*/ 1031991 h 1660203"/>
              <a:gd name="connsiteX609" fmla="*/ 5473240 w 6320274"/>
              <a:gd name="connsiteY609" fmla="*/ 1043341 h 1660203"/>
              <a:gd name="connsiteX610" fmla="*/ 5487180 w 6320274"/>
              <a:gd name="connsiteY610" fmla="*/ 1059108 h 1660203"/>
              <a:gd name="connsiteX611" fmla="*/ 5420889 w 6320274"/>
              <a:gd name="connsiteY611" fmla="*/ 1031991 h 1660203"/>
              <a:gd name="connsiteX612" fmla="*/ 1610535 w 6320274"/>
              <a:gd name="connsiteY612" fmla="*/ 1029092 h 1660203"/>
              <a:gd name="connsiteX613" fmla="*/ 1653569 w 6320274"/>
              <a:gd name="connsiteY613" fmla="*/ 1031988 h 1660203"/>
              <a:gd name="connsiteX614" fmla="*/ 1882402 w 6320274"/>
              <a:gd name="connsiteY614" fmla="*/ 1064398 h 1660203"/>
              <a:gd name="connsiteX615" fmla="*/ 2097353 w 6320274"/>
              <a:gd name="connsiteY615" fmla="*/ 1096954 h 1660203"/>
              <a:gd name="connsiteX616" fmla="*/ 2258865 w 6320274"/>
              <a:gd name="connsiteY616" fmla="*/ 1123403 h 1660203"/>
              <a:gd name="connsiteX617" fmla="*/ 2248697 w 6320274"/>
              <a:gd name="connsiteY617" fmla="*/ 1118856 h 1660203"/>
              <a:gd name="connsiteX618" fmla="*/ 2281145 w 6320274"/>
              <a:gd name="connsiteY618" fmla="*/ 1137717 h 1660203"/>
              <a:gd name="connsiteX619" fmla="*/ 2362373 w 6320274"/>
              <a:gd name="connsiteY619" fmla="*/ 1156418 h 1660203"/>
              <a:gd name="connsiteX620" fmla="*/ 2489643 w 6320274"/>
              <a:gd name="connsiteY620" fmla="*/ 1193634 h 1660203"/>
              <a:gd name="connsiteX621" fmla="*/ 2571560 w 6320274"/>
              <a:gd name="connsiteY621" fmla="*/ 1226114 h 1660203"/>
              <a:gd name="connsiteX622" fmla="*/ 2639934 w 6320274"/>
              <a:gd name="connsiteY622" fmla="*/ 1256405 h 1660203"/>
              <a:gd name="connsiteX623" fmla="*/ 2378398 w 6320274"/>
              <a:gd name="connsiteY623" fmla="*/ 1175359 h 1660203"/>
              <a:gd name="connsiteX624" fmla="*/ 2482647 w 6320274"/>
              <a:gd name="connsiteY624" fmla="*/ 1219618 h 1660203"/>
              <a:gd name="connsiteX625" fmla="*/ 2501554 w 6320274"/>
              <a:gd name="connsiteY625" fmla="*/ 1236287 h 1660203"/>
              <a:gd name="connsiteX626" fmla="*/ 2502133 w 6320274"/>
              <a:gd name="connsiteY626" fmla="*/ 1236692 h 1660203"/>
              <a:gd name="connsiteX627" fmla="*/ 2353925 w 6320274"/>
              <a:gd name="connsiteY627" fmla="*/ 1177096 h 1660203"/>
              <a:gd name="connsiteX628" fmla="*/ 2293143 w 6320274"/>
              <a:gd name="connsiteY628" fmla="*/ 1148263 h 1660203"/>
              <a:gd name="connsiteX629" fmla="*/ 2181898 w 6320274"/>
              <a:gd name="connsiteY629" fmla="*/ 1129988 h 1660203"/>
              <a:gd name="connsiteX630" fmla="*/ 2074621 w 6320274"/>
              <a:gd name="connsiteY630" fmla="*/ 1104198 h 1660203"/>
              <a:gd name="connsiteX631" fmla="*/ 1568516 w 6320274"/>
              <a:gd name="connsiteY631" fmla="*/ 1037201 h 1660203"/>
              <a:gd name="connsiteX632" fmla="*/ 1610535 w 6320274"/>
              <a:gd name="connsiteY632" fmla="*/ 1029092 h 1660203"/>
              <a:gd name="connsiteX633" fmla="*/ 2339455 w 6320274"/>
              <a:gd name="connsiteY633" fmla="*/ 1027992 h 1660203"/>
              <a:gd name="connsiteX634" fmla="*/ 2366447 w 6320274"/>
              <a:gd name="connsiteY634" fmla="*/ 1046035 h 1660203"/>
              <a:gd name="connsiteX635" fmla="*/ 2360813 w 6320274"/>
              <a:gd name="connsiteY635" fmla="*/ 1049052 h 1660203"/>
              <a:gd name="connsiteX636" fmla="*/ 2334686 w 6320274"/>
              <a:gd name="connsiteY636" fmla="*/ 1040952 h 1660203"/>
              <a:gd name="connsiteX637" fmla="*/ 2339455 w 6320274"/>
              <a:gd name="connsiteY637" fmla="*/ 1027992 h 1660203"/>
              <a:gd name="connsiteX638" fmla="*/ 5375789 w 6320274"/>
              <a:gd name="connsiteY638" fmla="*/ 1024432 h 1660203"/>
              <a:gd name="connsiteX639" fmla="*/ 5417174 w 6320274"/>
              <a:gd name="connsiteY639" fmla="*/ 1036682 h 1660203"/>
              <a:gd name="connsiteX640" fmla="*/ 5375789 w 6320274"/>
              <a:gd name="connsiteY640" fmla="*/ 1024432 h 1660203"/>
              <a:gd name="connsiteX641" fmla="*/ 5113999 w 6320274"/>
              <a:gd name="connsiteY641" fmla="*/ 1011409 h 1660203"/>
              <a:gd name="connsiteX642" fmla="*/ 5197853 w 6320274"/>
              <a:gd name="connsiteY642" fmla="*/ 1030663 h 1660203"/>
              <a:gd name="connsiteX643" fmla="*/ 5113999 w 6320274"/>
              <a:gd name="connsiteY643" fmla="*/ 1011409 h 1660203"/>
              <a:gd name="connsiteX644" fmla="*/ 3149015 w 6320274"/>
              <a:gd name="connsiteY644" fmla="*/ 1004218 h 1660203"/>
              <a:gd name="connsiteX645" fmla="*/ 3145724 w 6320274"/>
              <a:gd name="connsiteY645" fmla="*/ 1005077 h 1660203"/>
              <a:gd name="connsiteX646" fmla="*/ 3141186 w 6320274"/>
              <a:gd name="connsiteY646" fmla="*/ 1005612 h 1660203"/>
              <a:gd name="connsiteX647" fmla="*/ 3140589 w 6320274"/>
              <a:gd name="connsiteY647" fmla="*/ 1005182 h 1660203"/>
              <a:gd name="connsiteX648" fmla="*/ 3140677 w 6320274"/>
              <a:gd name="connsiteY648" fmla="*/ 1005672 h 1660203"/>
              <a:gd name="connsiteX649" fmla="*/ 3141186 w 6320274"/>
              <a:gd name="connsiteY649" fmla="*/ 1005612 h 1660203"/>
              <a:gd name="connsiteX650" fmla="*/ 3180491 w 6320274"/>
              <a:gd name="connsiteY650" fmla="*/ 1033926 h 1660203"/>
              <a:gd name="connsiteX651" fmla="*/ 3230446 w 6320274"/>
              <a:gd name="connsiteY651" fmla="*/ 1055232 h 1660203"/>
              <a:gd name="connsiteX652" fmla="*/ 3260864 w 6320274"/>
              <a:gd name="connsiteY652" fmla="*/ 1068382 h 1660203"/>
              <a:gd name="connsiteX653" fmla="*/ 3303734 w 6320274"/>
              <a:gd name="connsiteY653" fmla="*/ 1088964 h 1660203"/>
              <a:gd name="connsiteX654" fmla="*/ 3518032 w 6320274"/>
              <a:gd name="connsiteY654" fmla="*/ 1143365 h 1660203"/>
              <a:gd name="connsiteX655" fmla="*/ 3490242 w 6320274"/>
              <a:gd name="connsiteY655" fmla="*/ 1130770 h 1660203"/>
              <a:gd name="connsiteX656" fmla="*/ 3434916 w 6320274"/>
              <a:gd name="connsiteY656" fmla="*/ 1102754 h 1660203"/>
              <a:gd name="connsiteX657" fmla="*/ 3489299 w 6320274"/>
              <a:gd name="connsiteY657" fmla="*/ 1119814 h 1660203"/>
              <a:gd name="connsiteX658" fmla="*/ 3378851 w 6320274"/>
              <a:gd name="connsiteY658" fmla="*/ 1096094 h 1660203"/>
              <a:gd name="connsiteX659" fmla="*/ 3344464 w 6320274"/>
              <a:gd name="connsiteY659" fmla="*/ 1090460 h 1660203"/>
              <a:gd name="connsiteX660" fmla="*/ 3309933 w 6320274"/>
              <a:gd name="connsiteY660" fmla="*/ 1068426 h 1660203"/>
              <a:gd name="connsiteX661" fmla="*/ 3275545 w 6320274"/>
              <a:gd name="connsiteY661" fmla="*/ 1062792 h 1660203"/>
              <a:gd name="connsiteX662" fmla="*/ 3149015 w 6320274"/>
              <a:gd name="connsiteY662" fmla="*/ 1004218 h 1660203"/>
              <a:gd name="connsiteX663" fmla="*/ 2716589 w 6320274"/>
              <a:gd name="connsiteY663" fmla="*/ 1003789 h 1660203"/>
              <a:gd name="connsiteX664" fmla="*/ 2746135 w 6320274"/>
              <a:gd name="connsiteY664" fmla="*/ 1023388 h 1660203"/>
              <a:gd name="connsiteX665" fmla="*/ 2765038 w 6320274"/>
              <a:gd name="connsiteY665" fmla="*/ 1051904 h 1660203"/>
              <a:gd name="connsiteX666" fmla="*/ 2718197 w 6320274"/>
              <a:gd name="connsiteY666" fmla="*/ 1006237 h 1660203"/>
              <a:gd name="connsiteX667" fmla="*/ 2716112 w 6320274"/>
              <a:gd name="connsiteY667" fmla="*/ 1003063 h 1660203"/>
              <a:gd name="connsiteX668" fmla="*/ 2716589 w 6320274"/>
              <a:gd name="connsiteY668" fmla="*/ 1003789 h 1660203"/>
              <a:gd name="connsiteX669" fmla="*/ 2715622 w 6320274"/>
              <a:gd name="connsiteY669" fmla="*/ 1003148 h 1660203"/>
              <a:gd name="connsiteX670" fmla="*/ 2659073 w 6320274"/>
              <a:gd name="connsiteY670" fmla="*/ 1000870 h 1660203"/>
              <a:gd name="connsiteX671" fmla="*/ 2770267 w 6320274"/>
              <a:gd name="connsiteY671" fmla="*/ 1054279 h 1660203"/>
              <a:gd name="connsiteX672" fmla="*/ 2795318 w 6320274"/>
              <a:gd name="connsiteY672" fmla="*/ 1085546 h 1660203"/>
              <a:gd name="connsiteX673" fmla="*/ 2976972 w 6320274"/>
              <a:gd name="connsiteY673" fmla="*/ 1172422 h 1660203"/>
              <a:gd name="connsiteX674" fmla="*/ 2956689 w 6320274"/>
              <a:gd name="connsiteY674" fmla="*/ 1157255 h 1660203"/>
              <a:gd name="connsiteX675" fmla="*/ 2942354 w 6320274"/>
              <a:gd name="connsiteY675" fmla="*/ 1143409 h 1660203"/>
              <a:gd name="connsiteX676" fmla="*/ 2941714 w 6320274"/>
              <a:gd name="connsiteY676" fmla="*/ 1140441 h 1660203"/>
              <a:gd name="connsiteX677" fmla="*/ 3006364 w 6320274"/>
              <a:gd name="connsiteY677" fmla="*/ 1183728 h 1660203"/>
              <a:gd name="connsiteX678" fmla="*/ 3080256 w 6320274"/>
              <a:gd name="connsiteY678" fmla="*/ 1225440 h 1660203"/>
              <a:gd name="connsiteX679" fmla="*/ 3127640 w 6320274"/>
              <a:gd name="connsiteY679" fmla="*/ 1235886 h 1660203"/>
              <a:gd name="connsiteX680" fmla="*/ 3492140 w 6320274"/>
              <a:gd name="connsiteY680" fmla="*/ 1319970 h 1660203"/>
              <a:gd name="connsiteX681" fmla="*/ 3465892 w 6320274"/>
              <a:gd name="connsiteY681" fmla="*/ 1327172 h 1660203"/>
              <a:gd name="connsiteX682" fmla="*/ 3370327 w 6320274"/>
              <a:gd name="connsiteY682" fmla="*/ 1316173 h 1660203"/>
              <a:gd name="connsiteX683" fmla="*/ 3184163 w 6320274"/>
              <a:gd name="connsiteY683" fmla="*/ 1272032 h 1660203"/>
              <a:gd name="connsiteX684" fmla="*/ 3316746 w 6320274"/>
              <a:gd name="connsiteY684" fmla="*/ 1326264 h 1660203"/>
              <a:gd name="connsiteX685" fmla="*/ 3157028 w 6320274"/>
              <a:gd name="connsiteY685" fmla="*/ 1270189 h 1660203"/>
              <a:gd name="connsiteX686" fmla="*/ 2814969 w 6320274"/>
              <a:gd name="connsiteY686" fmla="*/ 1113459 h 1660203"/>
              <a:gd name="connsiteX687" fmla="*/ 2659073 w 6320274"/>
              <a:gd name="connsiteY687" fmla="*/ 1000870 h 1660203"/>
              <a:gd name="connsiteX688" fmla="*/ 5780830 w 6320274"/>
              <a:gd name="connsiteY688" fmla="*/ 982650 h 1660203"/>
              <a:gd name="connsiteX689" fmla="*/ 5772422 w 6320274"/>
              <a:gd name="connsiteY689" fmla="*/ 983893 h 1660203"/>
              <a:gd name="connsiteX690" fmla="*/ 5777012 w 6320274"/>
              <a:gd name="connsiteY690" fmla="*/ 989949 h 1660203"/>
              <a:gd name="connsiteX691" fmla="*/ 5785419 w 6320274"/>
              <a:gd name="connsiteY691" fmla="*/ 988705 h 1660203"/>
              <a:gd name="connsiteX692" fmla="*/ 5780830 w 6320274"/>
              <a:gd name="connsiteY692" fmla="*/ 982650 h 1660203"/>
              <a:gd name="connsiteX693" fmla="*/ 5407201 w 6320274"/>
              <a:gd name="connsiteY693" fmla="*/ 980802 h 1660203"/>
              <a:gd name="connsiteX694" fmla="*/ 5550495 w 6320274"/>
              <a:gd name="connsiteY694" fmla="*/ 1036960 h 1660203"/>
              <a:gd name="connsiteX695" fmla="*/ 5407201 w 6320274"/>
              <a:gd name="connsiteY695" fmla="*/ 980802 h 1660203"/>
              <a:gd name="connsiteX696" fmla="*/ 3133790 w 6320274"/>
              <a:gd name="connsiteY696" fmla="*/ 979833 h 1660203"/>
              <a:gd name="connsiteX697" fmla="*/ 3134079 w 6320274"/>
              <a:gd name="connsiteY697" fmla="*/ 980035 h 1660203"/>
              <a:gd name="connsiteX698" fmla="*/ 3134320 w 6320274"/>
              <a:gd name="connsiteY698" fmla="*/ 980099 h 1660203"/>
              <a:gd name="connsiteX699" fmla="*/ 3194340 w 6320274"/>
              <a:gd name="connsiteY699" fmla="*/ 1010313 h 1660203"/>
              <a:gd name="connsiteX700" fmla="*/ 3418150 w 6320274"/>
              <a:gd name="connsiteY700" fmla="*/ 1072570 h 1660203"/>
              <a:gd name="connsiteX701" fmla="*/ 3350518 w 6320274"/>
              <a:gd name="connsiteY701" fmla="*/ 1053522 h 1660203"/>
              <a:gd name="connsiteX702" fmla="*/ 3362026 w 6320274"/>
              <a:gd name="connsiteY702" fmla="*/ 1050000 h 1660203"/>
              <a:gd name="connsiteX703" fmla="*/ 3213965 w 6320274"/>
              <a:gd name="connsiteY703" fmla="*/ 1006805 h 1660203"/>
              <a:gd name="connsiteX704" fmla="*/ 3172512 w 6320274"/>
              <a:gd name="connsiteY704" fmla="*/ 990272 h 1660203"/>
              <a:gd name="connsiteX705" fmla="*/ 3134320 w 6320274"/>
              <a:gd name="connsiteY705" fmla="*/ 980099 h 1660203"/>
              <a:gd name="connsiteX706" fmla="*/ 2911230 w 6320274"/>
              <a:gd name="connsiteY706" fmla="*/ 969832 h 1660203"/>
              <a:gd name="connsiteX707" fmla="*/ 2998061 w 6320274"/>
              <a:gd name="connsiteY707" fmla="*/ 1038353 h 1660203"/>
              <a:gd name="connsiteX708" fmla="*/ 3007088 w 6320274"/>
              <a:gd name="connsiteY708" fmla="*/ 1050679 h 1660203"/>
              <a:gd name="connsiteX709" fmla="*/ 3189232 w 6320274"/>
              <a:gd name="connsiteY709" fmla="*/ 1170068 h 1660203"/>
              <a:gd name="connsiteX710" fmla="*/ 3198260 w 6320274"/>
              <a:gd name="connsiteY710" fmla="*/ 1182393 h 1660203"/>
              <a:gd name="connsiteX711" fmla="*/ 3465653 w 6320274"/>
              <a:gd name="connsiteY711" fmla="*/ 1245236 h 1660203"/>
              <a:gd name="connsiteX712" fmla="*/ 3462227 w 6320274"/>
              <a:gd name="connsiteY712" fmla="*/ 1250128 h 1660203"/>
              <a:gd name="connsiteX713" fmla="*/ 3307713 w 6320274"/>
              <a:gd name="connsiteY713" fmla="*/ 1230294 h 1660203"/>
              <a:gd name="connsiteX714" fmla="*/ 3327364 w 6320274"/>
              <a:gd name="connsiteY714" fmla="*/ 1244055 h 1660203"/>
              <a:gd name="connsiteX715" fmla="*/ 3283406 w 6320274"/>
              <a:gd name="connsiteY715" fmla="*/ 1228716 h 1660203"/>
              <a:gd name="connsiteX716" fmla="*/ 3282463 w 6320274"/>
              <a:gd name="connsiteY716" fmla="*/ 1217761 h 1660203"/>
              <a:gd name="connsiteX717" fmla="*/ 3171216 w 6320274"/>
              <a:gd name="connsiteY717" fmla="*/ 1199488 h 1660203"/>
              <a:gd name="connsiteX718" fmla="*/ 3287664 w 6320274"/>
              <a:gd name="connsiteY718" fmla="*/ 1254002 h 1660203"/>
              <a:gd name="connsiteX719" fmla="*/ 3094757 w 6320274"/>
              <a:gd name="connsiteY719" fmla="*/ 1167825 h 1660203"/>
              <a:gd name="connsiteX720" fmla="*/ 3046973 w 6320274"/>
              <a:gd name="connsiteY720" fmla="*/ 1143803 h 1660203"/>
              <a:gd name="connsiteX721" fmla="*/ 2986046 w 6320274"/>
              <a:gd name="connsiteY721" fmla="*/ 1098568 h 1660203"/>
              <a:gd name="connsiteX722" fmla="*/ 3148936 w 6320274"/>
              <a:gd name="connsiteY722" fmla="*/ 1185174 h 1660203"/>
              <a:gd name="connsiteX723" fmla="*/ 3142715 w 6320274"/>
              <a:gd name="connsiteY723" fmla="*/ 1182372 h 1660203"/>
              <a:gd name="connsiteX724" fmla="*/ 3144468 w 6320274"/>
              <a:gd name="connsiteY724" fmla="*/ 1179286 h 1660203"/>
              <a:gd name="connsiteX725" fmla="*/ 3163121 w 6320274"/>
              <a:gd name="connsiteY725" fmla="*/ 1183524 h 1660203"/>
              <a:gd name="connsiteX726" fmla="*/ 3189431 w 6320274"/>
              <a:gd name="connsiteY726" fmla="*/ 1183931 h 1660203"/>
              <a:gd name="connsiteX727" fmla="*/ 2935194 w 6320274"/>
              <a:gd name="connsiteY727" fmla="*/ 1006343 h 1660203"/>
              <a:gd name="connsiteX728" fmla="*/ 2939309 w 6320274"/>
              <a:gd name="connsiteY728" fmla="*/ 1015229 h 1660203"/>
              <a:gd name="connsiteX729" fmla="*/ 2911230 w 6320274"/>
              <a:gd name="connsiteY729" fmla="*/ 969832 h 1660203"/>
              <a:gd name="connsiteX730" fmla="*/ 3097286 w 6320274"/>
              <a:gd name="connsiteY730" fmla="*/ 959057 h 1660203"/>
              <a:gd name="connsiteX731" fmla="*/ 3092661 w 6320274"/>
              <a:gd name="connsiteY731" fmla="*/ 964759 h 1660203"/>
              <a:gd name="connsiteX732" fmla="*/ 3113454 w 6320274"/>
              <a:gd name="connsiteY732" fmla="*/ 970740 h 1660203"/>
              <a:gd name="connsiteX733" fmla="*/ 3097286 w 6320274"/>
              <a:gd name="connsiteY733" fmla="*/ 959057 h 1660203"/>
              <a:gd name="connsiteX734" fmla="*/ 3640224 w 6320274"/>
              <a:gd name="connsiteY734" fmla="*/ 956557 h 1660203"/>
              <a:gd name="connsiteX735" fmla="*/ 3675554 w 6320274"/>
              <a:gd name="connsiteY735" fmla="*/ 973146 h 1660203"/>
              <a:gd name="connsiteX736" fmla="*/ 3640224 w 6320274"/>
              <a:gd name="connsiteY736" fmla="*/ 956557 h 1660203"/>
              <a:gd name="connsiteX737" fmla="*/ 2063746 w 6320274"/>
              <a:gd name="connsiteY737" fmla="*/ 946888 h 1660203"/>
              <a:gd name="connsiteX738" fmla="*/ 2208580 w 6320274"/>
              <a:gd name="connsiteY738" fmla="*/ 976242 h 1660203"/>
              <a:gd name="connsiteX739" fmla="*/ 2311435 w 6320274"/>
              <a:gd name="connsiteY739" fmla="*/ 1031104 h 1660203"/>
              <a:gd name="connsiteX740" fmla="*/ 2302950 w 6320274"/>
              <a:gd name="connsiteY740" fmla="*/ 1016156 h 1660203"/>
              <a:gd name="connsiteX741" fmla="*/ 2322944 w 6320274"/>
              <a:gd name="connsiteY741" fmla="*/ 1027583 h 1660203"/>
              <a:gd name="connsiteX742" fmla="*/ 2310636 w 6320274"/>
              <a:gd name="connsiteY742" fmla="*/ 1036550 h 1660203"/>
              <a:gd name="connsiteX743" fmla="*/ 2353505 w 6320274"/>
              <a:gd name="connsiteY743" fmla="*/ 1057132 h 1660203"/>
              <a:gd name="connsiteX744" fmla="*/ 2352708 w 6320274"/>
              <a:gd name="connsiteY744" fmla="*/ 1062579 h 1660203"/>
              <a:gd name="connsiteX745" fmla="*/ 2520511 w 6320274"/>
              <a:gd name="connsiteY745" fmla="*/ 1152624 h 1660203"/>
              <a:gd name="connsiteX746" fmla="*/ 2600542 w 6320274"/>
              <a:gd name="connsiteY746" fmla="*/ 1195795 h 1660203"/>
              <a:gd name="connsiteX747" fmla="*/ 2952428 w 6320274"/>
              <a:gd name="connsiteY747" fmla="*/ 1359405 h 1660203"/>
              <a:gd name="connsiteX748" fmla="*/ 2834041 w 6320274"/>
              <a:gd name="connsiteY748" fmla="*/ 1318115 h 1660203"/>
              <a:gd name="connsiteX749" fmla="*/ 2818161 w 6320274"/>
              <a:gd name="connsiteY749" fmla="*/ 1315575 h 1660203"/>
              <a:gd name="connsiteX750" fmla="*/ 2750040 w 6320274"/>
              <a:gd name="connsiteY750" fmla="*/ 1282459 h 1660203"/>
              <a:gd name="connsiteX751" fmla="*/ 2566357 w 6320274"/>
              <a:gd name="connsiteY751" fmla="*/ 1189873 h 1660203"/>
              <a:gd name="connsiteX752" fmla="*/ 2531824 w 6320274"/>
              <a:gd name="connsiteY752" fmla="*/ 1167838 h 1660203"/>
              <a:gd name="connsiteX753" fmla="*/ 2406892 w 6320274"/>
              <a:gd name="connsiteY753" fmla="*/ 1098374 h 1660203"/>
              <a:gd name="connsiteX754" fmla="*/ 2393640 w 6320274"/>
              <a:gd name="connsiteY754" fmla="*/ 1096386 h 1660203"/>
              <a:gd name="connsiteX755" fmla="*/ 2278876 w 6320274"/>
              <a:gd name="connsiteY755" fmla="*/ 1031469 h 1660203"/>
              <a:gd name="connsiteX756" fmla="*/ 2256254 w 6320274"/>
              <a:gd name="connsiteY756" fmla="*/ 1019489 h 1660203"/>
              <a:gd name="connsiteX757" fmla="*/ 2259680 w 6320274"/>
              <a:gd name="connsiteY757" fmla="*/ 1014597 h 1660203"/>
              <a:gd name="connsiteX758" fmla="*/ 2063832 w 6320274"/>
              <a:gd name="connsiteY758" fmla="*/ 947377 h 1660203"/>
              <a:gd name="connsiteX759" fmla="*/ 3623400 w 6320274"/>
              <a:gd name="connsiteY759" fmla="*/ 943061 h 1660203"/>
              <a:gd name="connsiteX760" fmla="*/ 3640767 w 6320274"/>
              <a:gd name="connsiteY760" fmla="*/ 953935 h 1660203"/>
              <a:gd name="connsiteX761" fmla="*/ 3623400 w 6320274"/>
              <a:gd name="connsiteY761" fmla="*/ 943061 h 1660203"/>
              <a:gd name="connsiteX762" fmla="*/ 5296897 w 6320274"/>
              <a:gd name="connsiteY762" fmla="*/ 940884 h 1660203"/>
              <a:gd name="connsiteX763" fmla="*/ 5314607 w 6320274"/>
              <a:gd name="connsiteY763" fmla="*/ 949423 h 1660203"/>
              <a:gd name="connsiteX764" fmla="*/ 5296897 w 6320274"/>
              <a:gd name="connsiteY764" fmla="*/ 940884 h 1660203"/>
              <a:gd name="connsiteX765" fmla="*/ 3928859 w 6320274"/>
              <a:gd name="connsiteY765" fmla="*/ 938622 h 1660203"/>
              <a:gd name="connsiteX766" fmla="*/ 3946823 w 6320274"/>
              <a:gd name="connsiteY766" fmla="*/ 944337 h 1660203"/>
              <a:gd name="connsiteX767" fmla="*/ 3947512 w 6320274"/>
              <a:gd name="connsiteY767" fmla="*/ 958116 h 1660203"/>
              <a:gd name="connsiteX768" fmla="*/ 4032150 w 6320274"/>
              <a:gd name="connsiteY768" fmla="*/ 1107884 h 1660203"/>
              <a:gd name="connsiteX769" fmla="*/ 4008983 w 6320274"/>
              <a:gd name="connsiteY769" fmla="*/ 1065927 h 1660203"/>
              <a:gd name="connsiteX770" fmla="*/ 3952026 w 6320274"/>
              <a:gd name="connsiteY770" fmla="*/ 980579 h 1660203"/>
              <a:gd name="connsiteX771" fmla="*/ 3928859 w 6320274"/>
              <a:gd name="connsiteY771" fmla="*/ 938622 h 1660203"/>
              <a:gd name="connsiteX772" fmla="*/ 3086261 w 6320274"/>
              <a:gd name="connsiteY772" fmla="*/ 929610 h 1660203"/>
              <a:gd name="connsiteX773" fmla="*/ 3081747 w 6320274"/>
              <a:gd name="connsiteY773" fmla="*/ 930523 h 1660203"/>
              <a:gd name="connsiteX774" fmla="*/ 3195567 w 6320274"/>
              <a:gd name="connsiteY774" fmla="*/ 984486 h 1660203"/>
              <a:gd name="connsiteX775" fmla="*/ 3145954 w 6320274"/>
              <a:gd name="connsiteY775" fmla="*/ 954465 h 1660203"/>
              <a:gd name="connsiteX776" fmla="*/ 3089830 w 6320274"/>
              <a:gd name="connsiteY776" fmla="*/ 931895 h 1660203"/>
              <a:gd name="connsiteX777" fmla="*/ 3086261 w 6320274"/>
              <a:gd name="connsiteY777" fmla="*/ 929610 h 1660203"/>
              <a:gd name="connsiteX778" fmla="*/ 2282950 w 6320274"/>
              <a:gd name="connsiteY778" fmla="*/ 921085 h 1660203"/>
              <a:gd name="connsiteX779" fmla="*/ 2338274 w 6320274"/>
              <a:gd name="connsiteY779" fmla="*/ 949100 h 1660203"/>
              <a:gd name="connsiteX780" fmla="*/ 2338475 w 6320274"/>
              <a:gd name="connsiteY780" fmla="*/ 948811 h 1660203"/>
              <a:gd name="connsiteX781" fmla="*/ 2523391 w 6320274"/>
              <a:gd name="connsiteY781" fmla="*/ 1085155 h 1660203"/>
              <a:gd name="connsiteX782" fmla="*/ 2600250 w 6320274"/>
              <a:gd name="connsiteY782" fmla="*/ 1130393 h 1660203"/>
              <a:gd name="connsiteX783" fmla="*/ 2665201 w 6320274"/>
              <a:gd name="connsiteY783" fmla="*/ 1165578 h 1660203"/>
              <a:gd name="connsiteX784" fmla="*/ 2691792 w 6320274"/>
              <a:gd name="connsiteY784" fmla="*/ 1170043 h 1660203"/>
              <a:gd name="connsiteX785" fmla="*/ 3285221 w 6320274"/>
              <a:gd name="connsiteY785" fmla="*/ 1370673 h 1660203"/>
              <a:gd name="connsiteX786" fmla="*/ 3340146 w 6320274"/>
              <a:gd name="connsiteY786" fmla="*/ 1385113 h 1660203"/>
              <a:gd name="connsiteX787" fmla="*/ 2933972 w 6320274"/>
              <a:gd name="connsiteY787" fmla="*/ 1288576 h 1660203"/>
              <a:gd name="connsiteX788" fmla="*/ 2956050 w 6320274"/>
              <a:gd name="connsiteY788" fmla="*/ 1303179 h 1660203"/>
              <a:gd name="connsiteX789" fmla="*/ 2645895 w 6320274"/>
              <a:gd name="connsiteY789" fmla="*/ 1167930 h 1660203"/>
              <a:gd name="connsiteX790" fmla="*/ 2532473 w 6320274"/>
              <a:gd name="connsiteY790" fmla="*/ 1094945 h 1660203"/>
              <a:gd name="connsiteX791" fmla="*/ 2282950 w 6320274"/>
              <a:gd name="connsiteY791" fmla="*/ 921085 h 1660203"/>
              <a:gd name="connsiteX792" fmla="*/ 1899692 w 6320274"/>
              <a:gd name="connsiteY792" fmla="*/ 920375 h 1660203"/>
              <a:gd name="connsiteX793" fmla="*/ 1917146 w 6320274"/>
              <a:gd name="connsiteY793" fmla="*/ 933508 h 1660203"/>
              <a:gd name="connsiteX794" fmla="*/ 1943905 w 6320274"/>
              <a:gd name="connsiteY794" fmla="*/ 932890 h 1660203"/>
              <a:gd name="connsiteX795" fmla="*/ 1899692 w 6320274"/>
              <a:gd name="connsiteY795" fmla="*/ 920375 h 1660203"/>
              <a:gd name="connsiteX796" fmla="*/ 3912092 w 6320274"/>
              <a:gd name="connsiteY796" fmla="*/ 908439 h 1660203"/>
              <a:gd name="connsiteX797" fmla="*/ 3923459 w 6320274"/>
              <a:gd name="connsiteY797" fmla="*/ 921115 h 1660203"/>
              <a:gd name="connsiteX798" fmla="*/ 3910208 w 6320274"/>
              <a:gd name="connsiteY798" fmla="*/ 919128 h 1660203"/>
              <a:gd name="connsiteX799" fmla="*/ 3911892 w 6320274"/>
              <a:gd name="connsiteY799" fmla="*/ 908726 h 1660203"/>
              <a:gd name="connsiteX800" fmla="*/ 2254672 w 6320274"/>
              <a:gd name="connsiteY800" fmla="*/ 894422 h 1660203"/>
              <a:gd name="connsiteX801" fmla="*/ 2281665 w 6320274"/>
              <a:gd name="connsiteY801" fmla="*/ 912464 h 1660203"/>
              <a:gd name="connsiteX802" fmla="*/ 2254672 w 6320274"/>
              <a:gd name="connsiteY802" fmla="*/ 894422 h 1660203"/>
              <a:gd name="connsiteX803" fmla="*/ 3047579 w 6320274"/>
              <a:gd name="connsiteY803" fmla="*/ 886440 h 1660203"/>
              <a:gd name="connsiteX804" fmla="*/ 3047666 w 6320274"/>
              <a:gd name="connsiteY804" fmla="*/ 886930 h 1660203"/>
              <a:gd name="connsiteX805" fmla="*/ 3052035 w 6320274"/>
              <a:gd name="connsiteY805" fmla="*/ 892991 h 1660203"/>
              <a:gd name="connsiteX806" fmla="*/ 3174595 w 6320274"/>
              <a:gd name="connsiteY806" fmla="*/ 959078 h 1660203"/>
              <a:gd name="connsiteX807" fmla="*/ 3388695 w 6320274"/>
              <a:gd name="connsiteY807" fmla="*/ 1032214 h 1660203"/>
              <a:gd name="connsiteX808" fmla="*/ 3047579 w 6320274"/>
              <a:gd name="connsiteY808" fmla="*/ 886440 h 1660203"/>
              <a:gd name="connsiteX809" fmla="*/ 3883957 w 6320274"/>
              <a:gd name="connsiteY809" fmla="*/ 879731 h 1660203"/>
              <a:gd name="connsiteX810" fmla="*/ 3909807 w 6320274"/>
              <a:gd name="connsiteY810" fmla="*/ 905551 h 1660203"/>
              <a:gd name="connsiteX811" fmla="*/ 3883957 w 6320274"/>
              <a:gd name="connsiteY811" fmla="*/ 879731 h 1660203"/>
              <a:gd name="connsiteX812" fmla="*/ 1347035 w 6320274"/>
              <a:gd name="connsiteY812" fmla="*/ 873113 h 1660203"/>
              <a:gd name="connsiteX813" fmla="*/ 1347184 w 6320274"/>
              <a:gd name="connsiteY813" fmla="*/ 873339 h 1660203"/>
              <a:gd name="connsiteX814" fmla="*/ 1346835 w 6320274"/>
              <a:gd name="connsiteY814" fmla="*/ 873401 h 1660203"/>
              <a:gd name="connsiteX815" fmla="*/ 4899608 w 6320274"/>
              <a:gd name="connsiteY815" fmla="*/ 872873 h 1660203"/>
              <a:gd name="connsiteX816" fmla="*/ 4873974 w 6320274"/>
              <a:gd name="connsiteY816" fmla="*/ 881283 h 1660203"/>
              <a:gd name="connsiteX817" fmla="*/ 4869047 w 6320274"/>
              <a:gd name="connsiteY817" fmla="*/ 875923 h 1660203"/>
              <a:gd name="connsiteX818" fmla="*/ 4899608 w 6320274"/>
              <a:gd name="connsiteY818" fmla="*/ 872873 h 1660203"/>
              <a:gd name="connsiteX819" fmla="*/ 1355173 w 6320274"/>
              <a:gd name="connsiteY819" fmla="*/ 871948 h 1660203"/>
              <a:gd name="connsiteX820" fmla="*/ 1494498 w 6320274"/>
              <a:gd name="connsiteY820" fmla="*/ 935619 h 1660203"/>
              <a:gd name="connsiteX821" fmla="*/ 2180971 w 6320274"/>
              <a:gd name="connsiteY821" fmla="*/ 1080872 h 1660203"/>
              <a:gd name="connsiteX822" fmla="*/ 1970390 w 6320274"/>
              <a:gd name="connsiteY822" fmla="*/ 1054378 h 1660203"/>
              <a:gd name="connsiteX823" fmla="*/ 1349120 w 6320274"/>
              <a:gd name="connsiteY823" fmla="*/ 876288 h 1660203"/>
              <a:gd name="connsiteX824" fmla="*/ 1347184 w 6320274"/>
              <a:gd name="connsiteY824" fmla="*/ 873339 h 1660203"/>
              <a:gd name="connsiteX825" fmla="*/ 3020275 w 6320274"/>
              <a:gd name="connsiteY825" fmla="*/ 855312 h 1660203"/>
              <a:gd name="connsiteX826" fmla="*/ 3020361 w 6320274"/>
              <a:gd name="connsiteY826" fmla="*/ 855801 h 1660203"/>
              <a:gd name="connsiteX827" fmla="*/ 3020768 w 6320274"/>
              <a:gd name="connsiteY827" fmla="*/ 855918 h 1660203"/>
              <a:gd name="connsiteX828" fmla="*/ 3029421 w 6320274"/>
              <a:gd name="connsiteY828" fmla="*/ 866547 h 1660203"/>
              <a:gd name="connsiteX829" fmla="*/ 3073858 w 6320274"/>
              <a:gd name="connsiteY829" fmla="*/ 877818 h 1660203"/>
              <a:gd name="connsiteX830" fmla="*/ 3326061 w 6320274"/>
              <a:gd name="connsiteY830" fmla="*/ 984497 h 1660203"/>
              <a:gd name="connsiteX831" fmla="*/ 3137464 w 6320274"/>
              <a:gd name="connsiteY831" fmla="*/ 888471 h 1660203"/>
              <a:gd name="connsiteX832" fmla="*/ 3085899 w 6320274"/>
              <a:gd name="connsiteY832" fmla="*/ 874614 h 1660203"/>
              <a:gd name="connsiteX833" fmla="*/ 3020768 w 6320274"/>
              <a:gd name="connsiteY833" fmla="*/ 855918 h 1660203"/>
              <a:gd name="connsiteX834" fmla="*/ 2578093 w 6320274"/>
              <a:gd name="connsiteY834" fmla="*/ 830500 h 1660203"/>
              <a:gd name="connsiteX835" fmla="*/ 2725850 w 6320274"/>
              <a:gd name="connsiteY835" fmla="*/ 944254 h 1660203"/>
              <a:gd name="connsiteX836" fmla="*/ 2744502 w 6320274"/>
              <a:gd name="connsiteY836" fmla="*/ 963749 h 1660203"/>
              <a:gd name="connsiteX837" fmla="*/ 2748073 w 6320274"/>
              <a:gd name="connsiteY837" fmla="*/ 975257 h 1660203"/>
              <a:gd name="connsiteX838" fmla="*/ 2800372 w 6320274"/>
              <a:gd name="connsiteY838" fmla="*/ 1021742 h 1660203"/>
              <a:gd name="connsiteX839" fmla="*/ 2920935 w 6320274"/>
              <a:gd name="connsiteY839" fmla="*/ 1117743 h 1660203"/>
              <a:gd name="connsiteX840" fmla="*/ 2936417 w 6320274"/>
              <a:gd name="connsiteY840" fmla="*/ 1139307 h 1660203"/>
              <a:gd name="connsiteX841" fmla="*/ 2907683 w 6320274"/>
              <a:gd name="connsiteY841" fmla="*/ 1115755 h 1660203"/>
              <a:gd name="connsiteX842" fmla="*/ 2847300 w 6320274"/>
              <a:gd name="connsiteY842" fmla="*/ 1067899 h 1660203"/>
              <a:gd name="connsiteX843" fmla="*/ 2830877 w 6320274"/>
              <a:gd name="connsiteY843" fmla="*/ 1067980 h 1660203"/>
              <a:gd name="connsiteX844" fmla="*/ 2768265 w 6320274"/>
              <a:gd name="connsiteY844" fmla="*/ 1000549 h 1660203"/>
              <a:gd name="connsiteX845" fmla="*/ 2577891 w 6320274"/>
              <a:gd name="connsiteY845" fmla="*/ 830788 h 1660203"/>
              <a:gd name="connsiteX846" fmla="*/ 1919651 w 6320274"/>
              <a:gd name="connsiteY846" fmla="*/ 817522 h 1660203"/>
              <a:gd name="connsiteX847" fmla="*/ 1928875 w 6320274"/>
              <a:gd name="connsiteY847" fmla="*/ 824571 h 1660203"/>
              <a:gd name="connsiteX848" fmla="*/ 1911908 w 6320274"/>
              <a:gd name="connsiteY848" fmla="*/ 827274 h 1660203"/>
              <a:gd name="connsiteX849" fmla="*/ 1919651 w 6320274"/>
              <a:gd name="connsiteY849" fmla="*/ 817522 h 1660203"/>
              <a:gd name="connsiteX850" fmla="*/ 2017696 w 6320274"/>
              <a:gd name="connsiteY850" fmla="*/ 812130 h 1660203"/>
              <a:gd name="connsiteX851" fmla="*/ 2084532 w 6320274"/>
              <a:gd name="connsiteY851" fmla="*/ 836625 h 1660203"/>
              <a:gd name="connsiteX852" fmla="*/ 2019182 w 6320274"/>
              <a:gd name="connsiteY852" fmla="*/ 820463 h 1660203"/>
              <a:gd name="connsiteX853" fmla="*/ 2017696 w 6320274"/>
              <a:gd name="connsiteY853" fmla="*/ 812130 h 1660203"/>
              <a:gd name="connsiteX854" fmla="*/ 2923734 w 6320274"/>
              <a:gd name="connsiteY854" fmla="*/ 811733 h 1660203"/>
              <a:gd name="connsiteX855" fmla="*/ 2929933 w 6320274"/>
              <a:gd name="connsiteY855" fmla="*/ 823794 h 1660203"/>
              <a:gd name="connsiteX856" fmla="*/ 2923734 w 6320274"/>
              <a:gd name="connsiteY856" fmla="*/ 811733 h 1660203"/>
              <a:gd name="connsiteX857" fmla="*/ 2840023 w 6320274"/>
              <a:gd name="connsiteY857" fmla="*/ 808879 h 1660203"/>
              <a:gd name="connsiteX858" fmla="*/ 2863442 w 6320274"/>
              <a:gd name="connsiteY858" fmla="*/ 815413 h 1660203"/>
              <a:gd name="connsiteX859" fmla="*/ 2953392 w 6320274"/>
              <a:gd name="connsiteY859" fmla="*/ 916999 h 1660203"/>
              <a:gd name="connsiteX860" fmla="*/ 2972298 w 6320274"/>
              <a:gd name="connsiteY860" fmla="*/ 933668 h 1660203"/>
              <a:gd name="connsiteX861" fmla="*/ 3219538 w 6320274"/>
              <a:gd name="connsiteY861" fmla="*/ 1137242 h 1660203"/>
              <a:gd name="connsiteX862" fmla="*/ 3219826 w 6320274"/>
              <a:gd name="connsiteY862" fmla="*/ 1137444 h 1660203"/>
              <a:gd name="connsiteX863" fmla="*/ 3042053 w 6320274"/>
              <a:gd name="connsiteY863" fmla="*/ 1024117 h 1660203"/>
              <a:gd name="connsiteX864" fmla="*/ 2983012 w 6320274"/>
              <a:gd name="connsiteY864" fmla="*/ 968193 h 1660203"/>
              <a:gd name="connsiteX865" fmla="*/ 2840023 w 6320274"/>
              <a:gd name="connsiteY865" fmla="*/ 808879 h 1660203"/>
              <a:gd name="connsiteX866" fmla="*/ 1801206 w 6320274"/>
              <a:gd name="connsiteY866" fmla="*/ 806378 h 1660203"/>
              <a:gd name="connsiteX867" fmla="*/ 1901486 w 6320274"/>
              <a:gd name="connsiteY867" fmla="*/ 825551 h 1660203"/>
              <a:gd name="connsiteX868" fmla="*/ 1801206 w 6320274"/>
              <a:gd name="connsiteY868" fmla="*/ 806378 h 1660203"/>
              <a:gd name="connsiteX869" fmla="*/ 3807149 w 6320274"/>
              <a:gd name="connsiteY869" fmla="*/ 799355 h 1660203"/>
              <a:gd name="connsiteX870" fmla="*/ 3873985 w 6320274"/>
              <a:gd name="connsiteY870" fmla="*/ 856448 h 1660203"/>
              <a:gd name="connsiteX871" fmla="*/ 3890009 w 6320274"/>
              <a:gd name="connsiteY871" fmla="*/ 875390 h 1660203"/>
              <a:gd name="connsiteX872" fmla="*/ 3824915 w 6320274"/>
              <a:gd name="connsiteY872" fmla="*/ 823805 h 1660203"/>
              <a:gd name="connsiteX873" fmla="*/ 3807149 w 6320274"/>
              <a:gd name="connsiteY873" fmla="*/ 799355 h 1660203"/>
              <a:gd name="connsiteX874" fmla="*/ 4985531 w 6320274"/>
              <a:gd name="connsiteY874" fmla="*/ 791758 h 1660203"/>
              <a:gd name="connsiteX875" fmla="*/ 5045402 w 6320274"/>
              <a:gd name="connsiteY875" fmla="*/ 809821 h 1660203"/>
              <a:gd name="connsiteX876" fmla="*/ 5175299 w 6320274"/>
              <a:gd name="connsiteY876" fmla="*/ 847589 h 1660203"/>
              <a:gd name="connsiteX877" fmla="*/ 5419272 w 6320274"/>
              <a:gd name="connsiteY877" fmla="*/ 871298 h 1660203"/>
              <a:gd name="connsiteX878" fmla="*/ 5616802 w 6320274"/>
              <a:gd name="connsiteY878" fmla="*/ 928114 h 1660203"/>
              <a:gd name="connsiteX879" fmla="*/ 5847125 w 6320274"/>
              <a:gd name="connsiteY879" fmla="*/ 1001457 h 1660203"/>
              <a:gd name="connsiteX880" fmla="*/ 6016814 w 6320274"/>
              <a:gd name="connsiteY880" fmla="*/ 1080815 h 1660203"/>
              <a:gd name="connsiteX881" fmla="*/ 6083395 w 6320274"/>
              <a:gd name="connsiteY881" fmla="*/ 1140732 h 1660203"/>
              <a:gd name="connsiteX882" fmla="*/ 6099421 w 6320274"/>
              <a:gd name="connsiteY882" fmla="*/ 1159673 h 1660203"/>
              <a:gd name="connsiteX883" fmla="*/ 6143976 w 6320274"/>
              <a:gd name="connsiteY883" fmla="*/ 1169854 h 1660203"/>
              <a:gd name="connsiteX884" fmla="*/ 6120155 w 6320274"/>
              <a:gd name="connsiteY884" fmla="*/ 1149743 h 1660203"/>
              <a:gd name="connsiteX885" fmla="*/ 6194387 w 6320274"/>
              <a:gd name="connsiteY885" fmla="*/ 1194429 h 1660203"/>
              <a:gd name="connsiteX886" fmla="*/ 6215523 w 6320274"/>
              <a:gd name="connsiteY886" fmla="*/ 1198076 h 1660203"/>
              <a:gd name="connsiteX887" fmla="*/ 6223462 w 6320274"/>
              <a:gd name="connsiteY887" fmla="*/ 1183046 h 1660203"/>
              <a:gd name="connsiteX888" fmla="*/ 6238943 w 6320274"/>
              <a:gd name="connsiteY888" fmla="*/ 1204609 h 1660203"/>
              <a:gd name="connsiteX889" fmla="*/ 6252536 w 6320274"/>
              <a:gd name="connsiteY889" fmla="*/ 1204262 h 1660203"/>
              <a:gd name="connsiteX890" fmla="*/ 6273475 w 6320274"/>
              <a:gd name="connsiteY890" fmla="*/ 1226644 h 1660203"/>
              <a:gd name="connsiteX891" fmla="*/ 6280327 w 6320274"/>
              <a:gd name="connsiteY891" fmla="*/ 1216859 h 1660203"/>
              <a:gd name="connsiteX892" fmla="*/ 6314351 w 6320274"/>
              <a:gd name="connsiteY892" fmla="*/ 1227547 h 1660203"/>
              <a:gd name="connsiteX893" fmla="*/ 6320274 w 6320274"/>
              <a:gd name="connsiteY893" fmla="*/ 1231316 h 1660203"/>
              <a:gd name="connsiteX894" fmla="*/ 6320274 w 6320274"/>
              <a:gd name="connsiteY894" fmla="*/ 1267994 h 1660203"/>
              <a:gd name="connsiteX895" fmla="*/ 6293849 w 6320274"/>
              <a:gd name="connsiteY895" fmla="*/ 1257210 h 1660203"/>
              <a:gd name="connsiteX896" fmla="*/ 6302333 w 6320274"/>
              <a:gd name="connsiteY896" fmla="*/ 1272159 h 1660203"/>
              <a:gd name="connsiteX897" fmla="*/ 6290026 w 6320274"/>
              <a:gd name="connsiteY897" fmla="*/ 1281126 h 1660203"/>
              <a:gd name="connsiteX898" fmla="*/ 6240609 w 6320274"/>
              <a:gd name="connsiteY898" fmla="*/ 1232369 h 1660203"/>
              <a:gd name="connsiteX899" fmla="*/ 6239266 w 6320274"/>
              <a:gd name="connsiteY899" fmla="*/ 1240437 h 1660203"/>
              <a:gd name="connsiteX900" fmla="*/ 6193768 w 6320274"/>
              <a:gd name="connsiteY900" fmla="*/ 1219303 h 1660203"/>
              <a:gd name="connsiteX901" fmla="*/ 6234156 w 6320274"/>
              <a:gd name="connsiteY901" fmla="*/ 1255731 h 1660203"/>
              <a:gd name="connsiteX902" fmla="*/ 6229047 w 6320274"/>
              <a:gd name="connsiteY902" fmla="*/ 1271027 h 1660203"/>
              <a:gd name="connsiteX903" fmla="*/ 6210139 w 6320274"/>
              <a:gd name="connsiteY903" fmla="*/ 1254356 h 1660203"/>
              <a:gd name="connsiteX904" fmla="*/ 6142760 w 6320274"/>
              <a:gd name="connsiteY904" fmla="*/ 1199885 h 1660203"/>
              <a:gd name="connsiteX905" fmla="*/ 6229047 w 6320274"/>
              <a:gd name="connsiteY905" fmla="*/ 1271027 h 1660203"/>
              <a:gd name="connsiteX906" fmla="*/ 6305768 w 6320274"/>
              <a:gd name="connsiteY906" fmla="*/ 1305929 h 1660203"/>
              <a:gd name="connsiteX907" fmla="*/ 6320274 w 6320274"/>
              <a:gd name="connsiteY907" fmla="*/ 1313257 h 1660203"/>
              <a:gd name="connsiteX908" fmla="*/ 6320274 w 6320274"/>
              <a:gd name="connsiteY908" fmla="*/ 1328571 h 1660203"/>
              <a:gd name="connsiteX909" fmla="*/ 6309363 w 6320274"/>
              <a:gd name="connsiteY909" fmla="*/ 1322641 h 1660203"/>
              <a:gd name="connsiteX910" fmla="*/ 6286601 w 6320274"/>
              <a:gd name="connsiteY910" fmla="*/ 1318618 h 1660203"/>
              <a:gd name="connsiteX911" fmla="*/ 6284916 w 6320274"/>
              <a:gd name="connsiteY911" fmla="*/ 1329020 h 1660203"/>
              <a:gd name="connsiteX912" fmla="*/ 6320274 w 6320274"/>
              <a:gd name="connsiteY912" fmla="*/ 1347998 h 1660203"/>
              <a:gd name="connsiteX913" fmla="*/ 6320274 w 6320274"/>
              <a:gd name="connsiteY913" fmla="*/ 1384805 h 1660203"/>
              <a:gd name="connsiteX914" fmla="*/ 6261597 w 6320274"/>
              <a:gd name="connsiteY914" fmla="*/ 1344473 h 1660203"/>
              <a:gd name="connsiteX915" fmla="*/ 6193264 w 6320274"/>
              <a:gd name="connsiteY915" fmla="*/ 1308595 h 1660203"/>
              <a:gd name="connsiteX916" fmla="*/ 6157101 w 6320274"/>
              <a:gd name="connsiteY916" fmla="*/ 1261827 h 1660203"/>
              <a:gd name="connsiteX917" fmla="*/ 6162611 w 6320274"/>
              <a:gd name="connsiteY917" fmla="*/ 1260109 h 1660203"/>
              <a:gd name="connsiteX918" fmla="*/ 6144902 w 6320274"/>
              <a:gd name="connsiteY918" fmla="*/ 1251570 h 1660203"/>
              <a:gd name="connsiteX919" fmla="*/ 6147927 w 6320274"/>
              <a:gd name="connsiteY919" fmla="*/ 1233100 h 1660203"/>
              <a:gd name="connsiteX920" fmla="*/ 6096428 w 6320274"/>
              <a:gd name="connsiteY920" fmla="*/ 1181169 h 1660203"/>
              <a:gd name="connsiteX921" fmla="*/ 6059465 w 6320274"/>
              <a:gd name="connsiteY921" fmla="*/ 1139846 h 1660203"/>
              <a:gd name="connsiteX922" fmla="*/ 5959040 w 6320274"/>
              <a:gd name="connsiteY922" fmla="*/ 1071673 h 1660203"/>
              <a:gd name="connsiteX923" fmla="*/ 5938503 w 6320274"/>
              <a:gd name="connsiteY923" fmla="*/ 1062868 h 1660203"/>
              <a:gd name="connsiteX924" fmla="*/ 5919451 w 6320274"/>
              <a:gd name="connsiteY924" fmla="*/ 1062395 h 1660203"/>
              <a:gd name="connsiteX925" fmla="*/ 5748622 w 6320274"/>
              <a:gd name="connsiteY925" fmla="*/ 990820 h 1660203"/>
              <a:gd name="connsiteX926" fmla="*/ 5739340 w 6320274"/>
              <a:gd name="connsiteY926" fmla="*/ 981317 h 1660203"/>
              <a:gd name="connsiteX927" fmla="*/ 5509505 w 6320274"/>
              <a:gd name="connsiteY927" fmla="*/ 922041 h 1660203"/>
              <a:gd name="connsiteX928" fmla="*/ 5416078 w 6320274"/>
              <a:gd name="connsiteY928" fmla="*/ 893082 h 1660203"/>
              <a:gd name="connsiteX929" fmla="*/ 5211695 w 6320274"/>
              <a:gd name="connsiteY929" fmla="*/ 878649 h 1660203"/>
              <a:gd name="connsiteX930" fmla="*/ 5102135 w 6320274"/>
              <a:gd name="connsiteY930" fmla="*/ 849974 h 1660203"/>
              <a:gd name="connsiteX931" fmla="*/ 5050380 w 6320274"/>
              <a:gd name="connsiteY931" fmla="*/ 833466 h 1660203"/>
              <a:gd name="connsiteX932" fmla="*/ 5037926 w 6320274"/>
              <a:gd name="connsiteY932" fmla="*/ 826033 h 1660203"/>
              <a:gd name="connsiteX933" fmla="*/ 4800194 w 6320274"/>
              <a:gd name="connsiteY933" fmla="*/ 901056 h 1660203"/>
              <a:gd name="connsiteX934" fmla="*/ 4985670 w 6320274"/>
              <a:gd name="connsiteY934" fmla="*/ 931418 h 1660203"/>
              <a:gd name="connsiteX935" fmla="*/ 5376762 w 6320274"/>
              <a:gd name="connsiteY935" fmla="*/ 1019967 h 1660203"/>
              <a:gd name="connsiteX936" fmla="*/ 5153582 w 6320274"/>
              <a:gd name="connsiteY936" fmla="*/ 969639 h 1660203"/>
              <a:gd name="connsiteX937" fmla="*/ 4748896 w 6320274"/>
              <a:gd name="connsiteY937" fmla="*/ 914035 h 1660203"/>
              <a:gd name="connsiteX938" fmla="*/ 4574735 w 6320274"/>
              <a:gd name="connsiteY938" fmla="*/ 964086 h 1660203"/>
              <a:gd name="connsiteX939" fmla="*/ 4881879 w 6320274"/>
              <a:gd name="connsiteY939" fmla="*/ 981844 h 1660203"/>
              <a:gd name="connsiteX940" fmla="*/ 4896816 w 6320274"/>
              <a:gd name="connsiteY940" fmla="*/ 973430 h 1660203"/>
              <a:gd name="connsiteX941" fmla="*/ 4942170 w 6320274"/>
              <a:gd name="connsiteY941" fmla="*/ 978165 h 1660203"/>
              <a:gd name="connsiteX942" fmla="*/ 4923118 w 6320274"/>
              <a:gd name="connsiteY942" fmla="*/ 977692 h 1660203"/>
              <a:gd name="connsiteX943" fmla="*/ 4986383 w 6320274"/>
              <a:gd name="connsiteY943" fmla="*/ 990680 h 1660203"/>
              <a:gd name="connsiteX944" fmla="*/ 4982268 w 6320274"/>
              <a:gd name="connsiteY944" fmla="*/ 981793 h 1660203"/>
              <a:gd name="connsiteX945" fmla="*/ 5001920 w 6320274"/>
              <a:gd name="connsiteY945" fmla="*/ 995554 h 1660203"/>
              <a:gd name="connsiteX946" fmla="*/ 5013430 w 6320274"/>
              <a:gd name="connsiteY946" fmla="*/ 992032 h 1660203"/>
              <a:gd name="connsiteX947" fmla="*/ 5005890 w 6320274"/>
              <a:gd name="connsiteY947" fmla="*/ 988039 h 1660203"/>
              <a:gd name="connsiteX948" fmla="*/ 5060272 w 6320274"/>
              <a:gd name="connsiteY948" fmla="*/ 1005100 h 1660203"/>
              <a:gd name="connsiteX949" fmla="*/ 5110537 w 6320274"/>
              <a:gd name="connsiteY949" fmla="*/ 1013274 h 1660203"/>
              <a:gd name="connsiteX950" fmla="*/ 4523154 w 6320274"/>
              <a:gd name="connsiteY950" fmla="*/ 995310 h 1660203"/>
              <a:gd name="connsiteX951" fmla="*/ 4474323 w 6320274"/>
              <a:gd name="connsiteY951" fmla="*/ 1063203 h 1660203"/>
              <a:gd name="connsiteX952" fmla="*/ 4473872 w 6320274"/>
              <a:gd name="connsiteY952" fmla="*/ 1117361 h 1660203"/>
              <a:gd name="connsiteX953" fmla="*/ 4512176 w 6320274"/>
              <a:gd name="connsiteY953" fmla="*/ 1183215 h 1660203"/>
              <a:gd name="connsiteX954" fmla="*/ 4528056 w 6320274"/>
              <a:gd name="connsiteY954" fmla="*/ 1185755 h 1660203"/>
              <a:gd name="connsiteX955" fmla="*/ 4557479 w 6320274"/>
              <a:gd name="connsiteY955" fmla="*/ 1223084 h 1660203"/>
              <a:gd name="connsiteX956" fmla="*/ 4605409 w 6320274"/>
              <a:gd name="connsiteY956" fmla="*/ 1296107 h 1660203"/>
              <a:gd name="connsiteX957" fmla="*/ 4707864 w 6320274"/>
              <a:gd name="connsiteY957" fmla="*/ 1402590 h 1660203"/>
              <a:gd name="connsiteX958" fmla="*/ 4698038 w 6320274"/>
              <a:gd name="connsiteY958" fmla="*/ 1395710 h 1660203"/>
              <a:gd name="connsiteX959" fmla="*/ 4820796 w 6320274"/>
              <a:gd name="connsiteY959" fmla="*/ 1443062 h 1660203"/>
              <a:gd name="connsiteX960" fmla="*/ 5043975 w 6320274"/>
              <a:gd name="connsiteY960" fmla="*/ 1493389 h 1660203"/>
              <a:gd name="connsiteX961" fmla="*/ 5190151 w 6320274"/>
              <a:gd name="connsiteY961" fmla="*/ 1482077 h 1660203"/>
              <a:gd name="connsiteX962" fmla="*/ 5561155 w 6320274"/>
              <a:gd name="connsiteY962" fmla="*/ 1442466 h 1660203"/>
              <a:gd name="connsiteX963" fmla="*/ 5549500 w 6320274"/>
              <a:gd name="connsiteY963" fmla="*/ 1429587 h 1660203"/>
              <a:gd name="connsiteX964" fmla="*/ 5607307 w 6320274"/>
              <a:gd name="connsiteY964" fmla="*/ 1441754 h 1660203"/>
              <a:gd name="connsiteX965" fmla="*/ 5598424 w 6320274"/>
              <a:gd name="connsiteY965" fmla="*/ 1445829 h 1660203"/>
              <a:gd name="connsiteX966" fmla="*/ 5623928 w 6320274"/>
              <a:gd name="connsiteY966" fmla="*/ 1455537 h 1660203"/>
              <a:gd name="connsiteX967" fmla="*/ 5618366 w 6320274"/>
              <a:gd name="connsiteY967" fmla="*/ 1450278 h 1660203"/>
              <a:gd name="connsiteX968" fmla="*/ 5748756 w 6320274"/>
              <a:gd name="connsiteY968" fmla="*/ 1488629 h 1660203"/>
              <a:gd name="connsiteX969" fmla="*/ 5885170 w 6320274"/>
              <a:gd name="connsiteY969" fmla="*/ 1532086 h 1660203"/>
              <a:gd name="connsiteX970" fmla="*/ 5944064 w 6320274"/>
              <a:gd name="connsiteY970" fmla="*/ 1571609 h 1660203"/>
              <a:gd name="connsiteX971" fmla="*/ 6101498 w 6320274"/>
              <a:gd name="connsiteY971" fmla="*/ 1624799 h 1660203"/>
              <a:gd name="connsiteX972" fmla="*/ 6113263 w 6320274"/>
              <a:gd name="connsiteY972" fmla="*/ 1618452 h 1660203"/>
              <a:gd name="connsiteX973" fmla="*/ 6174784 w 6320274"/>
              <a:gd name="connsiteY973" fmla="*/ 1625930 h 1660203"/>
              <a:gd name="connsiteX974" fmla="*/ 6172847 w 6320274"/>
              <a:gd name="connsiteY974" fmla="*/ 1639156 h 1660203"/>
              <a:gd name="connsiteX975" fmla="*/ 6211253 w 6320274"/>
              <a:gd name="connsiteY975" fmla="*/ 1647806 h 1660203"/>
              <a:gd name="connsiteX976" fmla="*/ 6249864 w 6320274"/>
              <a:gd name="connsiteY976" fmla="*/ 1660203 h 1660203"/>
              <a:gd name="connsiteX977" fmla="*/ 6130356 w 6320274"/>
              <a:gd name="connsiteY977" fmla="*/ 1660203 h 1660203"/>
              <a:gd name="connsiteX978" fmla="*/ 6119588 w 6320274"/>
              <a:gd name="connsiteY978" fmla="*/ 1652477 h 1660203"/>
              <a:gd name="connsiteX979" fmla="*/ 5983289 w 6320274"/>
              <a:gd name="connsiteY979" fmla="*/ 1602935 h 1660203"/>
              <a:gd name="connsiteX980" fmla="*/ 5908116 w 6320274"/>
              <a:gd name="connsiteY980" fmla="*/ 1579894 h 1660203"/>
              <a:gd name="connsiteX981" fmla="*/ 5874127 w 6320274"/>
              <a:gd name="connsiteY981" fmla="*/ 1555237 h 1660203"/>
              <a:gd name="connsiteX982" fmla="*/ 5756082 w 6320274"/>
              <a:gd name="connsiteY982" fmla="*/ 1511614 h 1660203"/>
              <a:gd name="connsiteX983" fmla="*/ 5680021 w 6320274"/>
              <a:gd name="connsiteY983" fmla="*/ 1493528 h 1660203"/>
              <a:gd name="connsiteX984" fmla="*/ 5665282 w 6320274"/>
              <a:gd name="connsiteY984" fmla="*/ 1483207 h 1660203"/>
              <a:gd name="connsiteX985" fmla="*/ 5418428 w 6320274"/>
              <a:gd name="connsiteY985" fmla="*/ 1461770 h 1660203"/>
              <a:gd name="connsiteX986" fmla="*/ 5406119 w 6320274"/>
              <a:gd name="connsiteY986" fmla="*/ 1470736 h 1660203"/>
              <a:gd name="connsiteX987" fmla="*/ 5260088 w 6320274"/>
              <a:gd name="connsiteY987" fmla="*/ 1498450 h 1660203"/>
              <a:gd name="connsiteX988" fmla="*/ 5025690 w 6320274"/>
              <a:gd name="connsiteY988" fmla="*/ 1517045 h 1660203"/>
              <a:gd name="connsiteX989" fmla="*/ 5601911 w 6320274"/>
              <a:gd name="connsiteY989" fmla="*/ 1587243 h 1660203"/>
              <a:gd name="connsiteX990" fmla="*/ 5547131 w 6320274"/>
              <a:gd name="connsiteY990" fmla="*/ 1589205 h 1660203"/>
              <a:gd name="connsiteX991" fmla="*/ 5150928 w 6320274"/>
              <a:gd name="connsiteY991" fmla="*/ 1548549 h 1660203"/>
              <a:gd name="connsiteX992" fmla="*/ 5018005 w 6320274"/>
              <a:gd name="connsiteY992" fmla="*/ 1529250 h 1660203"/>
              <a:gd name="connsiteX993" fmla="*/ 5014978 w 6320274"/>
              <a:gd name="connsiteY993" fmla="*/ 1515121 h 1660203"/>
              <a:gd name="connsiteX994" fmla="*/ 5004554 w 6320274"/>
              <a:gd name="connsiteY994" fmla="*/ 1513398 h 1660203"/>
              <a:gd name="connsiteX995" fmla="*/ 5000042 w 6320274"/>
              <a:gd name="connsiteY995" fmla="*/ 1523535 h 1660203"/>
              <a:gd name="connsiteX996" fmla="*/ 4951371 w 6320274"/>
              <a:gd name="connsiteY996" fmla="*/ 1504467 h 1660203"/>
              <a:gd name="connsiteX997" fmla="*/ 4809019 w 6320274"/>
              <a:gd name="connsiteY997" fmla="*/ 1459265 h 1660203"/>
              <a:gd name="connsiteX998" fmla="*/ 4731073 w 6320274"/>
              <a:gd name="connsiteY998" fmla="*/ 1419270 h 1660203"/>
              <a:gd name="connsiteX999" fmla="*/ 4775975 w 6320274"/>
              <a:gd name="connsiteY999" fmla="*/ 1445564 h 1660203"/>
              <a:gd name="connsiteX1000" fmla="*/ 4758753 w 6320274"/>
              <a:gd name="connsiteY1000" fmla="*/ 1451091 h 1660203"/>
              <a:gd name="connsiteX1001" fmla="*/ 5224765 w 6320274"/>
              <a:gd name="connsiteY1001" fmla="*/ 1598105 h 1660203"/>
              <a:gd name="connsiteX1002" fmla="*/ 4865977 w 6320274"/>
              <a:gd name="connsiteY1002" fmla="*/ 1512015 h 1660203"/>
              <a:gd name="connsiteX1003" fmla="*/ 5051503 w 6320274"/>
              <a:gd name="connsiteY1003" fmla="*/ 1600048 h 1660203"/>
              <a:gd name="connsiteX1004" fmla="*/ 5239368 w 6320274"/>
              <a:gd name="connsiteY1004" fmla="*/ 1660203 h 1660203"/>
              <a:gd name="connsiteX1005" fmla="*/ 5203242 w 6320274"/>
              <a:gd name="connsiteY1005" fmla="*/ 1660203 h 1660203"/>
              <a:gd name="connsiteX1006" fmla="*/ 5185920 w 6320274"/>
              <a:gd name="connsiteY1006" fmla="*/ 1651651 h 1660203"/>
              <a:gd name="connsiteX1007" fmla="*/ 5163135 w 6320274"/>
              <a:gd name="connsiteY1007" fmla="*/ 1642452 h 1660203"/>
              <a:gd name="connsiteX1008" fmla="*/ 5138916 w 6320274"/>
              <a:gd name="connsiteY1008" fmla="*/ 1641364 h 1660203"/>
              <a:gd name="connsiteX1009" fmla="*/ 4732105 w 6320274"/>
              <a:gd name="connsiteY1009" fmla="*/ 1463315 h 1660203"/>
              <a:gd name="connsiteX1010" fmla="*/ 4765098 w 6320274"/>
              <a:gd name="connsiteY1010" fmla="*/ 1512152 h 1660203"/>
              <a:gd name="connsiteX1011" fmla="*/ 4831482 w 6320274"/>
              <a:gd name="connsiteY1011" fmla="*/ 1590805 h 1660203"/>
              <a:gd name="connsiteX1012" fmla="*/ 4831881 w 6320274"/>
              <a:gd name="connsiteY1012" fmla="*/ 1604381 h 1660203"/>
              <a:gd name="connsiteX1013" fmla="*/ 4869099 w 6320274"/>
              <a:gd name="connsiteY1013" fmla="*/ 1642880 h 1660203"/>
              <a:gd name="connsiteX1014" fmla="*/ 4891397 w 6320274"/>
              <a:gd name="connsiteY1014" fmla="*/ 1660203 h 1660203"/>
              <a:gd name="connsiteX1015" fmla="*/ 4854424 w 6320274"/>
              <a:gd name="connsiteY1015" fmla="*/ 1660203 h 1660203"/>
              <a:gd name="connsiteX1016" fmla="*/ 4851778 w 6320274"/>
              <a:gd name="connsiteY1016" fmla="*/ 1657774 h 1660203"/>
              <a:gd name="connsiteX1017" fmla="*/ 4812187 w 6320274"/>
              <a:gd name="connsiteY1017" fmla="*/ 1615898 h 1660203"/>
              <a:gd name="connsiteX1018" fmla="*/ 4786881 w 6320274"/>
              <a:gd name="connsiteY1018" fmla="*/ 1587455 h 1660203"/>
              <a:gd name="connsiteX1019" fmla="*/ 4750461 w 6320274"/>
              <a:gd name="connsiteY1019" fmla="*/ 1543509 h 1660203"/>
              <a:gd name="connsiteX1020" fmla="*/ 4698816 w 6320274"/>
              <a:gd name="connsiteY1020" fmla="*/ 1442579 h 1660203"/>
              <a:gd name="connsiteX1021" fmla="*/ 4683734 w 6320274"/>
              <a:gd name="connsiteY1021" fmla="*/ 1434593 h 1660203"/>
              <a:gd name="connsiteX1022" fmla="*/ 4693214 w 6320274"/>
              <a:gd name="connsiteY1022" fmla="*/ 1425360 h 1660203"/>
              <a:gd name="connsiteX1023" fmla="*/ 4650344 w 6320274"/>
              <a:gd name="connsiteY1023" fmla="*/ 1404778 h 1660203"/>
              <a:gd name="connsiteX1024" fmla="*/ 4618294 w 6320274"/>
              <a:gd name="connsiteY1024" fmla="*/ 1334296 h 1660203"/>
              <a:gd name="connsiteX1025" fmla="*/ 4605296 w 6320274"/>
              <a:gd name="connsiteY1025" fmla="*/ 1329484 h 1660203"/>
              <a:gd name="connsiteX1026" fmla="*/ 4578303 w 6320274"/>
              <a:gd name="connsiteY1026" fmla="*/ 1278844 h 1660203"/>
              <a:gd name="connsiteX1027" fmla="*/ 4464533 w 6320274"/>
              <a:gd name="connsiteY1027" fmla="*/ 1157146 h 1660203"/>
              <a:gd name="connsiteX1028" fmla="*/ 4458983 w 6320274"/>
              <a:gd name="connsiteY1028" fmla="*/ 1039594 h 1660203"/>
              <a:gd name="connsiteX1029" fmla="*/ 4492680 w 6320274"/>
              <a:gd name="connsiteY1029" fmla="*/ 998850 h 1660203"/>
              <a:gd name="connsiteX1030" fmla="*/ 4516153 w 6320274"/>
              <a:gd name="connsiteY1030" fmla="*/ 970248 h 1660203"/>
              <a:gd name="connsiteX1031" fmla="*/ 4652756 w 6320274"/>
              <a:gd name="connsiteY1031" fmla="*/ 916632 h 1660203"/>
              <a:gd name="connsiteX1032" fmla="*/ 4654097 w 6320274"/>
              <a:gd name="connsiteY1032" fmla="*/ 908564 h 1660203"/>
              <a:gd name="connsiteX1033" fmla="*/ 4713189 w 6320274"/>
              <a:gd name="connsiteY1033" fmla="*/ 896753 h 1660203"/>
              <a:gd name="connsiteX1034" fmla="*/ 4726443 w 6320274"/>
              <a:gd name="connsiteY1034" fmla="*/ 898742 h 1660203"/>
              <a:gd name="connsiteX1035" fmla="*/ 4937328 w 6320274"/>
              <a:gd name="connsiteY1035" fmla="*/ 822077 h 1660203"/>
              <a:gd name="connsiteX1036" fmla="*/ 4985531 w 6320274"/>
              <a:gd name="connsiteY1036" fmla="*/ 791758 h 1660203"/>
              <a:gd name="connsiteX1037" fmla="*/ 1894540 w 6320274"/>
              <a:gd name="connsiteY1037" fmla="*/ 783801 h 1660203"/>
              <a:gd name="connsiteX1038" fmla="*/ 1975223 w 6320274"/>
              <a:gd name="connsiteY1038" fmla="*/ 805124 h 1660203"/>
              <a:gd name="connsiteX1039" fmla="*/ 1894540 w 6320274"/>
              <a:gd name="connsiteY1039" fmla="*/ 783801 h 1660203"/>
              <a:gd name="connsiteX1040" fmla="*/ 3790293 w 6320274"/>
              <a:gd name="connsiteY1040" fmla="*/ 782834 h 1660203"/>
              <a:gd name="connsiteX1041" fmla="*/ 3797833 w 6320274"/>
              <a:gd name="connsiteY1041" fmla="*/ 786827 h 1660203"/>
              <a:gd name="connsiteX1042" fmla="*/ 3790981 w 6320274"/>
              <a:gd name="connsiteY1042" fmla="*/ 796613 h 1660203"/>
              <a:gd name="connsiteX1043" fmla="*/ 3790691 w 6320274"/>
              <a:gd name="connsiteY1043" fmla="*/ 796411 h 1660203"/>
              <a:gd name="connsiteX1044" fmla="*/ 3790293 w 6320274"/>
              <a:gd name="connsiteY1044" fmla="*/ 782834 h 1660203"/>
              <a:gd name="connsiteX1045" fmla="*/ 1851860 w 6320274"/>
              <a:gd name="connsiteY1045" fmla="*/ 771020 h 1660203"/>
              <a:gd name="connsiteX1046" fmla="*/ 1867894 w 6320274"/>
              <a:gd name="connsiteY1046" fmla="*/ 781873 h 1660203"/>
              <a:gd name="connsiteX1047" fmla="*/ 1830933 w 6320274"/>
              <a:gd name="connsiteY1047" fmla="*/ 773148 h 1660203"/>
              <a:gd name="connsiteX1048" fmla="*/ 1851860 w 6320274"/>
              <a:gd name="connsiteY1048" fmla="*/ 771020 h 1660203"/>
              <a:gd name="connsiteX1049" fmla="*/ 1278655 w 6320274"/>
              <a:gd name="connsiteY1049" fmla="*/ 759176 h 1660203"/>
              <a:gd name="connsiteX1050" fmla="*/ 1298649 w 6320274"/>
              <a:gd name="connsiteY1050" fmla="*/ 770602 h 1660203"/>
              <a:gd name="connsiteX1051" fmla="*/ 1666465 w 6320274"/>
              <a:gd name="connsiteY1051" fmla="*/ 869019 h 1660203"/>
              <a:gd name="connsiteX1052" fmla="*/ 2023368 w 6320274"/>
              <a:gd name="connsiteY1052" fmla="*/ 933199 h 1660203"/>
              <a:gd name="connsiteX1053" fmla="*/ 2043021 w 6320274"/>
              <a:gd name="connsiteY1053" fmla="*/ 946960 h 1660203"/>
              <a:gd name="connsiteX1054" fmla="*/ 2053988 w 6320274"/>
              <a:gd name="connsiteY1054" fmla="*/ 946059 h 1660203"/>
              <a:gd name="connsiteX1055" fmla="*/ 2052646 w 6320274"/>
              <a:gd name="connsiteY1055" fmla="*/ 954128 h 1660203"/>
              <a:gd name="connsiteX1056" fmla="*/ 2041134 w 6320274"/>
              <a:gd name="connsiteY1056" fmla="*/ 957649 h 1660203"/>
              <a:gd name="connsiteX1057" fmla="*/ 2215246 w 6320274"/>
              <a:gd name="connsiteY1057" fmla="*/ 1007933 h 1660203"/>
              <a:gd name="connsiteX1058" fmla="*/ 2016627 w 6320274"/>
              <a:gd name="connsiteY1058" fmla="*/ 956360 h 1660203"/>
              <a:gd name="connsiteX1059" fmla="*/ 2039104 w 6320274"/>
              <a:gd name="connsiteY1059" fmla="*/ 951938 h 1660203"/>
              <a:gd name="connsiteX1060" fmla="*/ 1996378 w 6320274"/>
              <a:gd name="connsiteY1060" fmla="*/ 947757 h 1660203"/>
              <a:gd name="connsiteX1061" fmla="*/ 2000492 w 6320274"/>
              <a:gd name="connsiteY1061" fmla="*/ 956644 h 1660203"/>
              <a:gd name="connsiteX1062" fmla="*/ 2000116 w 6320274"/>
              <a:gd name="connsiteY1062" fmla="*/ 955950 h 1660203"/>
              <a:gd name="connsiteX1063" fmla="*/ 1543821 w 6320274"/>
              <a:gd name="connsiteY1063" fmla="*/ 867640 h 1660203"/>
              <a:gd name="connsiteX1064" fmla="*/ 1370798 w 6320274"/>
              <a:gd name="connsiteY1064" fmla="*/ 844714 h 1660203"/>
              <a:gd name="connsiteX1065" fmla="*/ 1503576 w 6320274"/>
              <a:gd name="connsiteY1065" fmla="*/ 847611 h 1660203"/>
              <a:gd name="connsiteX1066" fmla="*/ 1288881 w 6320274"/>
              <a:gd name="connsiteY1066" fmla="*/ 779633 h 1660203"/>
              <a:gd name="connsiteX1067" fmla="*/ 1278655 w 6320274"/>
              <a:gd name="connsiteY1067" fmla="*/ 759176 h 1660203"/>
              <a:gd name="connsiteX1068" fmla="*/ 2695929 w 6320274"/>
              <a:gd name="connsiteY1068" fmla="*/ 758168 h 1660203"/>
              <a:gd name="connsiteX1069" fmla="*/ 2857281 w 6320274"/>
              <a:gd name="connsiteY1069" fmla="*/ 904176 h 1660203"/>
              <a:gd name="connsiteX1070" fmla="*/ 2858624 w 6320274"/>
              <a:gd name="connsiteY1070" fmla="*/ 896107 h 1660203"/>
              <a:gd name="connsiteX1071" fmla="*/ 2849596 w 6320274"/>
              <a:gd name="connsiteY1071" fmla="*/ 883781 h 1660203"/>
              <a:gd name="connsiteX1072" fmla="*/ 2869191 w 6320274"/>
              <a:gd name="connsiteY1072" fmla="*/ 914231 h 1660203"/>
              <a:gd name="connsiteX1073" fmla="*/ 2861650 w 6320274"/>
              <a:gd name="connsiteY1073" fmla="*/ 910237 h 1660203"/>
              <a:gd name="connsiteX1074" fmla="*/ 2885471 w 6320274"/>
              <a:gd name="connsiteY1074" fmla="*/ 930348 h 1660203"/>
              <a:gd name="connsiteX1075" fmla="*/ 2879017 w 6320274"/>
              <a:gd name="connsiteY1075" fmla="*/ 921111 h 1660203"/>
              <a:gd name="connsiteX1076" fmla="*/ 2884527 w 6320274"/>
              <a:gd name="connsiteY1076" fmla="*/ 919393 h 1660203"/>
              <a:gd name="connsiteX1077" fmla="*/ 2889586 w 6320274"/>
              <a:gd name="connsiteY1077" fmla="*/ 939233 h 1660203"/>
              <a:gd name="connsiteX1078" fmla="*/ 2904324 w 6320274"/>
              <a:gd name="connsiteY1078" fmla="*/ 949555 h 1660203"/>
              <a:gd name="connsiteX1079" fmla="*/ 2904412 w 6320274"/>
              <a:gd name="connsiteY1079" fmla="*/ 950045 h 1660203"/>
              <a:gd name="connsiteX1080" fmla="*/ 2902186 w 6320274"/>
              <a:gd name="connsiteY1080" fmla="*/ 963068 h 1660203"/>
              <a:gd name="connsiteX1081" fmla="*/ 2868195 w 6320274"/>
              <a:gd name="connsiteY1081" fmla="*/ 938412 h 1660203"/>
              <a:gd name="connsiteX1082" fmla="*/ 2871621 w 6320274"/>
              <a:gd name="connsiteY1082" fmla="*/ 933519 h 1660203"/>
              <a:gd name="connsiteX1083" fmla="*/ 2825725 w 6320274"/>
              <a:gd name="connsiteY1083" fmla="*/ 898806 h 1660203"/>
              <a:gd name="connsiteX1084" fmla="*/ 2695929 w 6320274"/>
              <a:gd name="connsiteY1084" fmla="*/ 758168 h 1660203"/>
              <a:gd name="connsiteX1085" fmla="*/ 2256265 w 6320274"/>
              <a:gd name="connsiteY1085" fmla="*/ 753135 h 1660203"/>
              <a:gd name="connsiteX1086" fmla="*/ 2345578 w 6320274"/>
              <a:gd name="connsiteY1086" fmla="*/ 805808 h 1660203"/>
              <a:gd name="connsiteX1087" fmla="*/ 2694873 w 6320274"/>
              <a:gd name="connsiteY1087" fmla="*/ 1069688 h 1660203"/>
              <a:gd name="connsiteX1088" fmla="*/ 3006371 w 6320274"/>
              <a:gd name="connsiteY1088" fmla="*/ 1229468 h 1660203"/>
              <a:gd name="connsiteX1089" fmla="*/ 3087744 w 6320274"/>
              <a:gd name="connsiteY1089" fmla="*/ 1264570 h 1660203"/>
              <a:gd name="connsiteX1090" fmla="*/ 3301300 w 6320274"/>
              <a:gd name="connsiteY1090" fmla="*/ 1340328 h 1660203"/>
              <a:gd name="connsiteX1091" fmla="*/ 3231295 w 6320274"/>
              <a:gd name="connsiteY1091" fmla="*/ 1317902 h 1660203"/>
              <a:gd name="connsiteX1092" fmla="*/ 3010740 w 6320274"/>
              <a:gd name="connsiteY1092" fmla="*/ 1235529 h 1660203"/>
              <a:gd name="connsiteX1093" fmla="*/ 2858963 w 6320274"/>
              <a:gd name="connsiteY1093" fmla="*/ 1164424 h 1660203"/>
              <a:gd name="connsiteX1094" fmla="*/ 2798382 w 6320274"/>
              <a:gd name="connsiteY1094" fmla="*/ 1135303 h 1660203"/>
              <a:gd name="connsiteX1095" fmla="*/ 2725094 w 6320274"/>
              <a:gd name="connsiteY1095" fmla="*/ 1101571 h 1660203"/>
              <a:gd name="connsiteX1096" fmla="*/ 2810980 w 6320274"/>
              <a:gd name="connsiteY1096" fmla="*/ 1159137 h 1660203"/>
              <a:gd name="connsiteX1097" fmla="*/ 2828348 w 6320274"/>
              <a:gd name="connsiteY1097" fmla="*/ 1202609 h 1660203"/>
              <a:gd name="connsiteX1098" fmla="*/ 2830432 w 6320274"/>
              <a:gd name="connsiteY1098" fmla="*/ 1205784 h 1660203"/>
              <a:gd name="connsiteX1099" fmla="*/ 2830230 w 6320274"/>
              <a:gd name="connsiteY1099" fmla="*/ 1206073 h 1660203"/>
              <a:gd name="connsiteX1100" fmla="*/ 2847597 w 6320274"/>
              <a:gd name="connsiteY1100" fmla="*/ 1216946 h 1660203"/>
              <a:gd name="connsiteX1101" fmla="*/ 2772677 w 6320274"/>
              <a:gd name="connsiteY1101" fmla="*/ 1158481 h 1660203"/>
              <a:gd name="connsiteX1102" fmla="*/ 2773764 w 6320274"/>
              <a:gd name="connsiteY1102" fmla="*/ 1153238 h 1660203"/>
              <a:gd name="connsiteX1103" fmla="*/ 2593360 w 6320274"/>
              <a:gd name="connsiteY1103" fmla="*/ 1006758 h 1660203"/>
              <a:gd name="connsiteX1104" fmla="*/ 2604327 w 6320274"/>
              <a:gd name="connsiteY1104" fmla="*/ 1005859 h 1660203"/>
              <a:gd name="connsiteX1105" fmla="*/ 2586364 w 6320274"/>
              <a:gd name="connsiteY1105" fmla="*/ 1000144 h 1660203"/>
              <a:gd name="connsiteX1106" fmla="*/ 2572966 w 6320274"/>
              <a:gd name="connsiteY1106" fmla="*/ 981755 h 1660203"/>
              <a:gd name="connsiteX1107" fmla="*/ 2278342 w 6320274"/>
              <a:gd name="connsiteY1107" fmla="*/ 767737 h 1660203"/>
              <a:gd name="connsiteX1108" fmla="*/ 2256265 w 6320274"/>
              <a:gd name="connsiteY1108" fmla="*/ 753135 h 1660203"/>
              <a:gd name="connsiteX1109" fmla="*/ 2779894 w 6320274"/>
              <a:gd name="connsiteY1109" fmla="*/ 725599 h 1660203"/>
              <a:gd name="connsiteX1110" fmla="*/ 2780915 w 6320274"/>
              <a:gd name="connsiteY1110" fmla="*/ 729129 h 1660203"/>
              <a:gd name="connsiteX1111" fmla="*/ 2781020 w 6320274"/>
              <a:gd name="connsiteY1111" fmla="*/ 729097 h 1660203"/>
              <a:gd name="connsiteX1112" fmla="*/ 2782234 w 6320274"/>
              <a:gd name="connsiteY1112" fmla="*/ 732867 h 1660203"/>
              <a:gd name="connsiteX1113" fmla="*/ 2791005 w 6320274"/>
              <a:gd name="connsiteY1113" fmla="*/ 741100 h 1660203"/>
              <a:gd name="connsiteX1114" fmla="*/ 2787434 w 6320274"/>
              <a:gd name="connsiteY1114" fmla="*/ 729592 h 1660203"/>
              <a:gd name="connsiteX1115" fmla="*/ 2784053 w 6320274"/>
              <a:gd name="connsiteY1115" fmla="*/ 728191 h 1660203"/>
              <a:gd name="connsiteX1116" fmla="*/ 2781020 w 6320274"/>
              <a:gd name="connsiteY1116" fmla="*/ 729097 h 1660203"/>
              <a:gd name="connsiteX1117" fmla="*/ 1260367 w 6320274"/>
              <a:gd name="connsiteY1117" fmla="*/ 717633 h 1660203"/>
              <a:gd name="connsiteX1118" fmla="*/ 1263938 w 6320274"/>
              <a:gd name="connsiteY1118" fmla="*/ 729141 h 1660203"/>
              <a:gd name="connsiteX1119" fmla="*/ 1252427 w 6320274"/>
              <a:gd name="connsiteY1119" fmla="*/ 732663 h 1660203"/>
              <a:gd name="connsiteX1120" fmla="*/ 1248856 w 6320274"/>
              <a:gd name="connsiteY1120" fmla="*/ 721154 h 1660203"/>
              <a:gd name="connsiteX1121" fmla="*/ 1260367 w 6320274"/>
              <a:gd name="connsiteY1121" fmla="*/ 717633 h 1660203"/>
              <a:gd name="connsiteX1122" fmla="*/ 1365303 w 6320274"/>
              <a:gd name="connsiteY1122" fmla="*/ 710472 h 1660203"/>
              <a:gd name="connsiteX1123" fmla="*/ 1652343 w 6320274"/>
              <a:gd name="connsiteY1123" fmla="*/ 736028 h 1660203"/>
              <a:gd name="connsiteX1124" fmla="*/ 1815343 w 6320274"/>
              <a:gd name="connsiteY1124" fmla="*/ 770810 h 1660203"/>
              <a:gd name="connsiteX1125" fmla="*/ 1360791 w 6320274"/>
              <a:gd name="connsiteY1125" fmla="*/ 720609 h 1660203"/>
              <a:gd name="connsiteX1126" fmla="*/ 1356675 w 6320274"/>
              <a:gd name="connsiteY1126" fmla="*/ 711722 h 1660203"/>
              <a:gd name="connsiteX1127" fmla="*/ 1356965 w 6320274"/>
              <a:gd name="connsiteY1127" fmla="*/ 711925 h 1660203"/>
              <a:gd name="connsiteX1128" fmla="*/ 1365303 w 6320274"/>
              <a:gd name="connsiteY1128" fmla="*/ 710472 h 1660203"/>
              <a:gd name="connsiteX1129" fmla="*/ 1948683 w 6320274"/>
              <a:gd name="connsiteY1129" fmla="*/ 700325 h 1660203"/>
              <a:gd name="connsiteX1130" fmla="*/ 2042908 w 6320274"/>
              <a:gd name="connsiteY1130" fmla="*/ 723839 h 1660203"/>
              <a:gd name="connsiteX1131" fmla="*/ 1948683 w 6320274"/>
              <a:gd name="connsiteY1131" fmla="*/ 700325 h 1660203"/>
              <a:gd name="connsiteX1132" fmla="*/ 3681981 w 6320274"/>
              <a:gd name="connsiteY1132" fmla="*/ 694555 h 1660203"/>
              <a:gd name="connsiteX1133" fmla="*/ 3727625 w 6320274"/>
              <a:gd name="connsiteY1133" fmla="*/ 732091 h 1660203"/>
              <a:gd name="connsiteX1134" fmla="*/ 3784581 w 6320274"/>
              <a:gd name="connsiteY1134" fmla="*/ 784840 h 1660203"/>
              <a:gd name="connsiteX1135" fmla="*/ 3756647 w 6320274"/>
              <a:gd name="connsiteY1135" fmla="*/ 755844 h 1660203"/>
              <a:gd name="connsiteX1136" fmla="*/ 3703207 w 6320274"/>
              <a:gd name="connsiteY1136" fmla="*/ 717138 h 1660203"/>
              <a:gd name="connsiteX1137" fmla="*/ 3682270 w 6320274"/>
              <a:gd name="connsiteY1137" fmla="*/ 694757 h 1660203"/>
              <a:gd name="connsiteX1138" fmla="*/ 1850488 w 6320274"/>
              <a:gd name="connsiteY1138" fmla="*/ 684327 h 1660203"/>
              <a:gd name="connsiteX1139" fmla="*/ 1932259 w 6320274"/>
              <a:gd name="connsiteY1139" fmla="*/ 700407 h 1660203"/>
              <a:gd name="connsiteX1140" fmla="*/ 1913364 w 6320274"/>
              <a:gd name="connsiteY1140" fmla="*/ 701875 h 1660203"/>
              <a:gd name="connsiteX1141" fmla="*/ 1850488 w 6320274"/>
              <a:gd name="connsiteY1141" fmla="*/ 684327 h 1660203"/>
              <a:gd name="connsiteX1142" fmla="*/ 2747444 w 6320274"/>
              <a:gd name="connsiteY1142" fmla="*/ 674140 h 1660203"/>
              <a:gd name="connsiteX1143" fmla="*/ 2760697 w 6320274"/>
              <a:gd name="connsiteY1143" fmla="*/ 676128 h 1660203"/>
              <a:gd name="connsiteX1144" fmla="*/ 2783864 w 6320274"/>
              <a:gd name="connsiteY1144" fmla="*/ 718083 h 1660203"/>
              <a:gd name="connsiteX1145" fmla="*/ 2843449 w 6320274"/>
              <a:gd name="connsiteY1145" fmla="*/ 803985 h 1660203"/>
              <a:gd name="connsiteX1146" fmla="*/ 2754986 w 6320274"/>
              <a:gd name="connsiteY1146" fmla="*/ 710732 h 1660203"/>
              <a:gd name="connsiteX1147" fmla="*/ 2774037 w 6320274"/>
              <a:gd name="connsiteY1147" fmla="*/ 711204 h 1660203"/>
              <a:gd name="connsiteX1148" fmla="*/ 2747444 w 6320274"/>
              <a:gd name="connsiteY1148" fmla="*/ 674140 h 1660203"/>
              <a:gd name="connsiteX1149" fmla="*/ 3328752 w 6320274"/>
              <a:gd name="connsiteY1149" fmla="*/ 670111 h 1660203"/>
              <a:gd name="connsiteX1150" fmla="*/ 3367895 w 6320274"/>
              <a:gd name="connsiteY1150" fmla="*/ 693704 h 1660203"/>
              <a:gd name="connsiteX1151" fmla="*/ 3400033 w 6320274"/>
              <a:gd name="connsiteY1151" fmla="*/ 724463 h 1660203"/>
              <a:gd name="connsiteX1152" fmla="*/ 3705426 w 6320274"/>
              <a:gd name="connsiteY1152" fmla="*/ 956317 h 1660203"/>
              <a:gd name="connsiteX1153" fmla="*/ 3532709 w 6320274"/>
              <a:gd name="connsiteY1153" fmla="*/ 830232 h 1660203"/>
              <a:gd name="connsiteX1154" fmla="*/ 3497233 w 6320274"/>
              <a:gd name="connsiteY1154" fmla="*/ 797242 h 1660203"/>
              <a:gd name="connsiteX1155" fmla="*/ 3388724 w 6320274"/>
              <a:gd name="connsiteY1155" fmla="*/ 727697 h 1660203"/>
              <a:gd name="connsiteX1156" fmla="*/ 3359175 w 6320274"/>
              <a:gd name="connsiteY1156" fmla="*/ 697623 h 1660203"/>
              <a:gd name="connsiteX1157" fmla="*/ 3373420 w 6320274"/>
              <a:gd name="connsiteY1157" fmla="*/ 669746 h 1660203"/>
              <a:gd name="connsiteX1158" fmla="*/ 3377955 w 6320274"/>
              <a:gd name="connsiteY1158" fmla="*/ 677264 h 1660203"/>
              <a:gd name="connsiteX1159" fmla="*/ 3365501 w 6320274"/>
              <a:gd name="connsiteY1159" fmla="*/ 669830 h 1660203"/>
              <a:gd name="connsiteX1160" fmla="*/ 3373420 w 6320274"/>
              <a:gd name="connsiteY1160" fmla="*/ 669746 h 1660203"/>
              <a:gd name="connsiteX1161" fmla="*/ 2288125 w 6320274"/>
              <a:gd name="connsiteY1161" fmla="*/ 669498 h 1660203"/>
              <a:gd name="connsiteX1162" fmla="*/ 2679694 w 6320274"/>
              <a:gd name="connsiteY1162" fmla="*/ 959119 h 1660203"/>
              <a:gd name="connsiteX1163" fmla="*/ 2679003 w 6320274"/>
              <a:gd name="connsiteY1163" fmla="*/ 959492 h 1660203"/>
              <a:gd name="connsiteX1164" fmla="*/ 2716763 w 6320274"/>
              <a:gd name="connsiteY1164" fmla="*/ 995369 h 1660203"/>
              <a:gd name="connsiteX1165" fmla="*/ 2652955 w 6320274"/>
              <a:gd name="connsiteY1165" fmla="*/ 952405 h 1660203"/>
              <a:gd name="connsiteX1166" fmla="*/ 2654297 w 6320274"/>
              <a:gd name="connsiteY1166" fmla="*/ 944337 h 1660203"/>
              <a:gd name="connsiteX1167" fmla="*/ 2585776 w 6320274"/>
              <a:gd name="connsiteY1167" fmla="*/ 897645 h 1660203"/>
              <a:gd name="connsiteX1168" fmla="*/ 2531648 w 6320274"/>
              <a:gd name="connsiteY1168" fmla="*/ 845161 h 1660203"/>
              <a:gd name="connsiteX1169" fmla="*/ 2500288 w 6320274"/>
              <a:gd name="connsiteY1169" fmla="*/ 821058 h 1660203"/>
              <a:gd name="connsiteX1170" fmla="*/ 2357589 w 6320274"/>
              <a:gd name="connsiteY1170" fmla="*/ 727144 h 1660203"/>
              <a:gd name="connsiteX1171" fmla="*/ 2288125 w 6320274"/>
              <a:gd name="connsiteY1171" fmla="*/ 669498 h 1660203"/>
              <a:gd name="connsiteX1172" fmla="*/ 3327398 w 6320274"/>
              <a:gd name="connsiteY1172" fmla="*/ 668886 h 1660203"/>
              <a:gd name="connsiteX1173" fmla="*/ 3328752 w 6320274"/>
              <a:gd name="connsiteY1173" fmla="*/ 670111 h 1660203"/>
              <a:gd name="connsiteX1174" fmla="*/ 3327197 w 6320274"/>
              <a:gd name="connsiteY1174" fmla="*/ 669173 h 1660203"/>
              <a:gd name="connsiteX1175" fmla="*/ 2702942 w 6320274"/>
              <a:gd name="connsiteY1175" fmla="*/ 661423 h 1660203"/>
              <a:gd name="connsiteX1176" fmla="*/ 2752612 w 6320274"/>
              <a:gd name="connsiteY1176" fmla="*/ 707355 h 1660203"/>
              <a:gd name="connsiteX1177" fmla="*/ 2702942 w 6320274"/>
              <a:gd name="connsiteY1177" fmla="*/ 661423 h 1660203"/>
              <a:gd name="connsiteX1178" fmla="*/ 2760894 w 6320274"/>
              <a:gd name="connsiteY1178" fmla="*/ 657393 h 1660203"/>
              <a:gd name="connsiteX1179" fmla="*/ 2779801 w 6320274"/>
              <a:gd name="connsiteY1179" fmla="*/ 674063 h 1660203"/>
              <a:gd name="connsiteX1180" fmla="*/ 2760894 w 6320274"/>
              <a:gd name="connsiteY1180" fmla="*/ 657393 h 1660203"/>
              <a:gd name="connsiteX1181" fmla="*/ 2260791 w 6320274"/>
              <a:gd name="connsiteY1181" fmla="*/ 653789 h 1660203"/>
              <a:gd name="connsiteX1182" fmla="*/ 2285698 w 6320274"/>
              <a:gd name="connsiteY1182" fmla="*/ 668655 h 1660203"/>
              <a:gd name="connsiteX1183" fmla="*/ 2260791 w 6320274"/>
              <a:gd name="connsiteY1183" fmla="*/ 653789 h 1660203"/>
              <a:gd name="connsiteX1184" fmla="*/ 3341018 w 6320274"/>
              <a:gd name="connsiteY1184" fmla="*/ 652662 h 1660203"/>
              <a:gd name="connsiteX1185" fmla="*/ 3353367 w 6320274"/>
              <a:gd name="connsiteY1185" fmla="*/ 657634 h 1660203"/>
              <a:gd name="connsiteX1186" fmla="*/ 3360587 w 6320274"/>
              <a:gd name="connsiteY1186" fmla="*/ 666390 h 1660203"/>
              <a:gd name="connsiteX1187" fmla="*/ 3342080 w 6320274"/>
              <a:gd name="connsiteY1187" fmla="*/ 663296 h 1660203"/>
              <a:gd name="connsiteX1188" fmla="*/ 3339581 w 6320274"/>
              <a:gd name="connsiteY1188" fmla="*/ 656560 h 1660203"/>
              <a:gd name="connsiteX1189" fmla="*/ 3341136 w 6320274"/>
              <a:gd name="connsiteY1189" fmla="*/ 652341 h 1660203"/>
              <a:gd name="connsiteX1190" fmla="*/ 3341018 w 6320274"/>
              <a:gd name="connsiteY1190" fmla="*/ 652662 h 1660203"/>
              <a:gd name="connsiteX1191" fmla="*/ 3340935 w 6320274"/>
              <a:gd name="connsiteY1191" fmla="*/ 652629 h 1660203"/>
              <a:gd name="connsiteX1192" fmla="*/ 2729932 w 6320274"/>
              <a:gd name="connsiteY1192" fmla="*/ 646866 h 1660203"/>
              <a:gd name="connsiteX1193" fmla="*/ 2741588 w 6320274"/>
              <a:gd name="connsiteY1193" fmla="*/ 659744 h 1660203"/>
              <a:gd name="connsiteX1194" fmla="*/ 2729932 w 6320274"/>
              <a:gd name="connsiteY1194" fmla="*/ 646866 h 1660203"/>
              <a:gd name="connsiteX1195" fmla="*/ 1316539 w 6320274"/>
              <a:gd name="connsiteY1195" fmla="*/ 639869 h 1660203"/>
              <a:gd name="connsiteX1196" fmla="*/ 1360754 w 6320274"/>
              <a:gd name="connsiteY1196" fmla="*/ 652383 h 1660203"/>
              <a:gd name="connsiteX1197" fmla="*/ 1334496 w 6320274"/>
              <a:gd name="connsiteY1197" fmla="*/ 655284 h 1660203"/>
              <a:gd name="connsiteX1198" fmla="*/ 1316539 w 6320274"/>
              <a:gd name="connsiteY1198" fmla="*/ 639869 h 1660203"/>
              <a:gd name="connsiteX1199" fmla="*/ 3286922 w 6320274"/>
              <a:gd name="connsiteY1199" fmla="*/ 631967 h 1660203"/>
              <a:gd name="connsiteX1200" fmla="*/ 3305430 w 6320274"/>
              <a:gd name="connsiteY1200" fmla="*/ 635061 h 1660203"/>
              <a:gd name="connsiteX1201" fmla="*/ 3296546 w 6320274"/>
              <a:gd name="connsiteY1201" fmla="*/ 639135 h 1660203"/>
              <a:gd name="connsiteX1202" fmla="*/ 3325569 w 6320274"/>
              <a:gd name="connsiteY1202" fmla="*/ 662887 h 1660203"/>
              <a:gd name="connsiteX1203" fmla="*/ 3316348 w 6320274"/>
              <a:gd name="connsiteY1203" fmla="*/ 663052 h 1660203"/>
              <a:gd name="connsiteX1204" fmla="*/ 3292865 w 6320274"/>
              <a:gd name="connsiteY1204" fmla="*/ 646852 h 1660203"/>
              <a:gd name="connsiteX1205" fmla="*/ 3292778 w 6320274"/>
              <a:gd name="connsiteY1205" fmla="*/ 646362 h 1660203"/>
              <a:gd name="connsiteX1206" fmla="*/ 3286922 w 6320274"/>
              <a:gd name="connsiteY1206" fmla="*/ 631967 h 1660203"/>
              <a:gd name="connsiteX1207" fmla="*/ 2678179 w 6320274"/>
              <a:gd name="connsiteY1207" fmla="*/ 630357 h 1660203"/>
              <a:gd name="connsiteX1208" fmla="*/ 2706657 w 6320274"/>
              <a:gd name="connsiteY1208" fmla="*/ 656732 h 1660203"/>
              <a:gd name="connsiteX1209" fmla="*/ 2691033 w 6320274"/>
              <a:gd name="connsiteY1209" fmla="*/ 651367 h 1660203"/>
              <a:gd name="connsiteX1210" fmla="*/ 2678179 w 6320274"/>
              <a:gd name="connsiteY1210" fmla="*/ 630357 h 1660203"/>
              <a:gd name="connsiteX1211" fmla="*/ 2800791 w 6320274"/>
              <a:gd name="connsiteY1211" fmla="*/ 628709 h 1660203"/>
              <a:gd name="connsiteX1212" fmla="*/ 2823812 w 6320274"/>
              <a:gd name="connsiteY1212" fmla="*/ 654267 h 1660203"/>
              <a:gd name="connsiteX1213" fmla="*/ 2800791 w 6320274"/>
              <a:gd name="connsiteY1213" fmla="*/ 628709 h 1660203"/>
              <a:gd name="connsiteX1214" fmla="*/ 1237341 w 6320274"/>
              <a:gd name="connsiteY1214" fmla="*/ 624690 h 1660203"/>
              <a:gd name="connsiteX1215" fmla="*/ 1243854 w 6320274"/>
              <a:gd name="connsiteY1215" fmla="*/ 627363 h 1660203"/>
              <a:gd name="connsiteX1216" fmla="*/ 1256847 w 6320274"/>
              <a:gd name="connsiteY1216" fmla="*/ 638391 h 1660203"/>
              <a:gd name="connsiteX1217" fmla="*/ 1241766 w 6320274"/>
              <a:gd name="connsiteY1217" fmla="*/ 630405 h 1660203"/>
              <a:gd name="connsiteX1218" fmla="*/ 1235711 w 6320274"/>
              <a:gd name="connsiteY1218" fmla="*/ 634744 h 1660203"/>
              <a:gd name="connsiteX1219" fmla="*/ 1237397 w 6320274"/>
              <a:gd name="connsiteY1219" fmla="*/ 624342 h 1660203"/>
              <a:gd name="connsiteX1220" fmla="*/ 1237341 w 6320274"/>
              <a:gd name="connsiteY1220" fmla="*/ 624690 h 1660203"/>
              <a:gd name="connsiteX1221" fmla="*/ 1237195 w 6320274"/>
              <a:gd name="connsiteY1221" fmla="*/ 624631 h 1660203"/>
              <a:gd name="connsiteX1222" fmla="*/ 1213721 w 6320274"/>
              <a:gd name="connsiteY1222" fmla="*/ 620633 h 1660203"/>
              <a:gd name="connsiteX1223" fmla="*/ 1226972 w 6320274"/>
              <a:gd name="connsiteY1223" fmla="*/ 622621 h 1660203"/>
              <a:gd name="connsiteX1224" fmla="*/ 1209409 w 6320274"/>
              <a:gd name="connsiteY1224" fmla="*/ 630482 h 1660203"/>
              <a:gd name="connsiteX1225" fmla="*/ 1209208 w 6320274"/>
              <a:gd name="connsiteY1225" fmla="*/ 630769 h 1660203"/>
              <a:gd name="connsiteX1226" fmla="*/ 1213721 w 6320274"/>
              <a:gd name="connsiteY1226" fmla="*/ 620633 h 1660203"/>
              <a:gd name="connsiteX1227" fmla="*/ 1631287 w 6320274"/>
              <a:gd name="connsiteY1227" fmla="*/ 594247 h 1660203"/>
              <a:gd name="connsiteX1228" fmla="*/ 1633905 w 6320274"/>
              <a:gd name="connsiteY1228" fmla="*/ 594439 h 1660203"/>
              <a:gd name="connsiteX1229" fmla="*/ 1634166 w 6320274"/>
              <a:gd name="connsiteY1229" fmla="*/ 595909 h 1660203"/>
              <a:gd name="connsiteX1230" fmla="*/ 2638046 w 6320274"/>
              <a:gd name="connsiteY1230" fmla="*/ 591102 h 1660203"/>
              <a:gd name="connsiteX1231" fmla="*/ 2673521 w 6320274"/>
              <a:gd name="connsiteY1231" fmla="*/ 624092 h 1660203"/>
              <a:gd name="connsiteX1232" fmla="*/ 2638046 w 6320274"/>
              <a:gd name="connsiteY1232" fmla="*/ 591102 h 1660203"/>
              <a:gd name="connsiteX1233" fmla="*/ 1583725 w 6320274"/>
              <a:gd name="connsiteY1233" fmla="*/ 590755 h 1660203"/>
              <a:gd name="connsiteX1234" fmla="*/ 1597148 w 6320274"/>
              <a:gd name="connsiteY1234" fmla="*/ 591740 h 1660203"/>
              <a:gd name="connsiteX1235" fmla="*/ 1593779 w 6320274"/>
              <a:gd name="connsiteY1235" fmla="*/ 592078 h 1660203"/>
              <a:gd name="connsiteX1236" fmla="*/ 1614679 w 6320274"/>
              <a:gd name="connsiteY1236" fmla="*/ 589985 h 1660203"/>
              <a:gd name="connsiteX1237" fmla="*/ 1624673 w 6320274"/>
              <a:gd name="connsiteY1237" fmla="*/ 590427 h 1660203"/>
              <a:gd name="connsiteX1238" fmla="*/ 1631287 w 6320274"/>
              <a:gd name="connsiteY1238" fmla="*/ 594247 h 1660203"/>
              <a:gd name="connsiteX1239" fmla="*/ 1597148 w 6320274"/>
              <a:gd name="connsiteY1239" fmla="*/ 591740 h 1660203"/>
              <a:gd name="connsiteX1240" fmla="*/ 2263470 w 6320274"/>
              <a:gd name="connsiteY1240" fmla="*/ 586608 h 1660203"/>
              <a:gd name="connsiteX1241" fmla="*/ 2379920 w 6320274"/>
              <a:gd name="connsiteY1241" fmla="*/ 673723 h 1660203"/>
              <a:gd name="connsiteX1242" fmla="*/ 2578234 w 6320274"/>
              <a:gd name="connsiteY1242" fmla="*/ 828454 h 1660203"/>
              <a:gd name="connsiteX1243" fmla="*/ 2274038 w 6320274"/>
              <a:gd name="connsiteY1243" fmla="*/ 604731 h 1660203"/>
              <a:gd name="connsiteX1244" fmla="*/ 2263470 w 6320274"/>
              <a:gd name="connsiteY1244" fmla="*/ 586608 h 1660203"/>
              <a:gd name="connsiteX1245" fmla="*/ 2246306 w 6320274"/>
              <a:gd name="connsiteY1245" fmla="*/ 575447 h 1660203"/>
              <a:gd name="connsiteX1246" fmla="*/ 2260300 w 6320274"/>
              <a:gd name="connsiteY1246" fmla="*/ 588676 h 1660203"/>
              <a:gd name="connsiteX1247" fmla="*/ 2246306 w 6320274"/>
              <a:gd name="connsiteY1247" fmla="*/ 575447 h 1660203"/>
              <a:gd name="connsiteX1248" fmla="*/ 2351694 w 6320274"/>
              <a:gd name="connsiteY1248" fmla="*/ 546726 h 1660203"/>
              <a:gd name="connsiteX1249" fmla="*/ 2367574 w 6320274"/>
              <a:gd name="connsiteY1249" fmla="*/ 549267 h 1660203"/>
              <a:gd name="connsiteX1250" fmla="*/ 2512102 w 6320274"/>
              <a:gd name="connsiteY1250" fmla="*/ 649180 h 1660203"/>
              <a:gd name="connsiteX1251" fmla="*/ 2629494 w 6320274"/>
              <a:gd name="connsiteY1251" fmla="*/ 747249 h 1660203"/>
              <a:gd name="connsiteX1252" fmla="*/ 2778340 w 6320274"/>
              <a:gd name="connsiteY1252" fmla="*/ 888360 h 1660203"/>
              <a:gd name="connsiteX1253" fmla="*/ 2776655 w 6320274"/>
              <a:gd name="connsiteY1253" fmla="*/ 898762 h 1660203"/>
              <a:gd name="connsiteX1254" fmla="*/ 2801963 w 6320274"/>
              <a:gd name="connsiteY1254" fmla="*/ 927205 h 1660203"/>
              <a:gd name="connsiteX1255" fmla="*/ 2789909 w 6320274"/>
              <a:gd name="connsiteY1255" fmla="*/ 933349 h 1660203"/>
              <a:gd name="connsiteX1256" fmla="*/ 2811587 w 6320274"/>
              <a:gd name="connsiteY1256" fmla="*/ 934373 h 1660203"/>
              <a:gd name="connsiteX1257" fmla="*/ 2819273 w 6320274"/>
              <a:gd name="connsiteY1257" fmla="*/ 954767 h 1660203"/>
              <a:gd name="connsiteX1258" fmla="*/ 2808306 w 6320274"/>
              <a:gd name="connsiteY1258" fmla="*/ 955666 h 1660203"/>
              <a:gd name="connsiteX1259" fmla="*/ 2829441 w 6320274"/>
              <a:gd name="connsiteY1259" fmla="*/ 959313 h 1660203"/>
              <a:gd name="connsiteX1260" fmla="*/ 2983796 w 6320274"/>
              <a:gd name="connsiteY1260" fmla="*/ 1098706 h 1660203"/>
              <a:gd name="connsiteX1261" fmla="*/ 2872458 w 6320274"/>
              <a:gd name="connsiteY1261" fmla="*/ 1028896 h 1660203"/>
              <a:gd name="connsiteX1262" fmla="*/ 2879599 w 6320274"/>
              <a:gd name="connsiteY1262" fmla="*/ 1051911 h 1660203"/>
              <a:gd name="connsiteX1263" fmla="*/ 2847949 w 6320274"/>
              <a:gd name="connsiteY1263" fmla="*/ 995006 h 1660203"/>
              <a:gd name="connsiteX1264" fmla="*/ 2733982 w 6320274"/>
              <a:gd name="connsiteY1264" fmla="*/ 892044 h 1660203"/>
              <a:gd name="connsiteX1265" fmla="*/ 2730955 w 6320274"/>
              <a:gd name="connsiteY1265" fmla="*/ 877914 h 1660203"/>
              <a:gd name="connsiteX1266" fmla="*/ 2693993 w 6320274"/>
              <a:gd name="connsiteY1266" fmla="*/ 836592 h 1660203"/>
              <a:gd name="connsiteX1267" fmla="*/ 2774770 w 6320274"/>
              <a:gd name="connsiteY1267" fmla="*/ 909452 h 1660203"/>
              <a:gd name="connsiteX1268" fmla="*/ 2774971 w 6320274"/>
              <a:gd name="connsiteY1268" fmla="*/ 909163 h 1660203"/>
              <a:gd name="connsiteX1269" fmla="*/ 2756661 w 6320274"/>
              <a:gd name="connsiteY1269" fmla="*/ 887335 h 1660203"/>
              <a:gd name="connsiteX1270" fmla="*/ 2751059 w 6320274"/>
              <a:gd name="connsiteY1270" fmla="*/ 870116 h 1660203"/>
              <a:gd name="connsiteX1271" fmla="*/ 2690677 w 6320274"/>
              <a:gd name="connsiteY1271" fmla="*/ 822260 h 1660203"/>
              <a:gd name="connsiteX1272" fmla="*/ 2684820 w 6320274"/>
              <a:gd name="connsiteY1272" fmla="*/ 807864 h 1660203"/>
              <a:gd name="connsiteX1273" fmla="*/ 2634263 w 6320274"/>
              <a:gd name="connsiteY1273" fmla="*/ 766888 h 1660203"/>
              <a:gd name="connsiteX1274" fmla="*/ 2590450 w 6320274"/>
              <a:gd name="connsiteY1274" fmla="*/ 735351 h 1660203"/>
              <a:gd name="connsiteX1275" fmla="*/ 2410590 w 6320274"/>
              <a:gd name="connsiteY1275" fmla="*/ 586251 h 1660203"/>
              <a:gd name="connsiteX1276" fmla="*/ 2351694 w 6320274"/>
              <a:gd name="connsiteY1276" fmla="*/ 546726 h 1660203"/>
              <a:gd name="connsiteX1277" fmla="*/ 2818005 w 6320274"/>
              <a:gd name="connsiteY1277" fmla="*/ 539536 h 1660203"/>
              <a:gd name="connsiteX1278" fmla="*/ 2816621 w 6320274"/>
              <a:gd name="connsiteY1278" fmla="*/ 540282 h 1660203"/>
              <a:gd name="connsiteX1279" fmla="*/ 2816315 w 6320274"/>
              <a:gd name="connsiteY1279" fmla="*/ 540132 h 1660203"/>
              <a:gd name="connsiteX1280" fmla="*/ 3087048 w 6320274"/>
              <a:gd name="connsiteY1280" fmla="*/ 523752 h 1660203"/>
              <a:gd name="connsiteX1281" fmla="*/ 3087337 w 6320274"/>
              <a:gd name="connsiteY1281" fmla="*/ 523955 h 1660203"/>
              <a:gd name="connsiteX1282" fmla="*/ 3147030 w 6320274"/>
              <a:gd name="connsiteY1282" fmla="*/ 558032 h 1660203"/>
              <a:gd name="connsiteX1283" fmla="*/ 3250139 w 6320274"/>
              <a:gd name="connsiteY1283" fmla="*/ 610070 h 1660203"/>
              <a:gd name="connsiteX1284" fmla="*/ 3085363 w 6320274"/>
              <a:gd name="connsiteY1284" fmla="*/ 534154 h 1660203"/>
              <a:gd name="connsiteX1285" fmla="*/ 3087048 w 6320274"/>
              <a:gd name="connsiteY1285" fmla="*/ 523752 h 1660203"/>
              <a:gd name="connsiteX1286" fmla="*/ 3106089 w 6320274"/>
              <a:gd name="connsiteY1286" fmla="*/ 490869 h 1660203"/>
              <a:gd name="connsiteX1287" fmla="*/ 3123518 w 6320274"/>
              <a:gd name="connsiteY1287" fmla="*/ 499963 h 1660203"/>
              <a:gd name="connsiteX1288" fmla="*/ 3123806 w 6320274"/>
              <a:gd name="connsiteY1288" fmla="*/ 500165 h 1660203"/>
              <a:gd name="connsiteX1289" fmla="*/ 3114925 w 6320274"/>
              <a:gd name="connsiteY1289" fmla="*/ 504240 h 1660203"/>
              <a:gd name="connsiteX1290" fmla="*/ 3086592 w 6320274"/>
              <a:gd name="connsiteY1290" fmla="*/ 494266 h 1660203"/>
              <a:gd name="connsiteX1291" fmla="*/ 3083419 w 6320274"/>
              <a:gd name="connsiteY1291" fmla="*/ 496334 h 1660203"/>
              <a:gd name="connsiteX1292" fmla="*/ 3084218 w 6320274"/>
              <a:gd name="connsiteY1292" fmla="*/ 490889 h 1660203"/>
              <a:gd name="connsiteX1293" fmla="*/ 3106089 w 6320274"/>
              <a:gd name="connsiteY1293" fmla="*/ 490869 h 1660203"/>
              <a:gd name="connsiteX1294" fmla="*/ 2460416 w 6320274"/>
              <a:gd name="connsiteY1294" fmla="*/ 461577 h 1660203"/>
              <a:gd name="connsiteX1295" fmla="*/ 2564213 w 6320274"/>
              <a:gd name="connsiteY1295" fmla="*/ 527395 h 1660203"/>
              <a:gd name="connsiteX1296" fmla="*/ 2628166 w 6320274"/>
              <a:gd name="connsiteY1296" fmla="*/ 586759 h 1660203"/>
              <a:gd name="connsiteX1297" fmla="*/ 2548333 w 6320274"/>
              <a:gd name="connsiteY1297" fmla="*/ 524854 h 1660203"/>
              <a:gd name="connsiteX1298" fmla="*/ 2460416 w 6320274"/>
              <a:gd name="connsiteY1298" fmla="*/ 461577 h 1660203"/>
              <a:gd name="connsiteX1299" fmla="*/ 2787950 w 6320274"/>
              <a:gd name="connsiteY1299" fmla="*/ 439141 h 1660203"/>
              <a:gd name="connsiteX1300" fmla="*/ 2796034 w 6320274"/>
              <a:gd name="connsiteY1300" fmla="*/ 440512 h 1660203"/>
              <a:gd name="connsiteX1301" fmla="*/ 2982455 w 6320274"/>
              <a:gd name="connsiteY1301" fmla="*/ 481828 h 1660203"/>
              <a:gd name="connsiteX1302" fmla="*/ 3047151 w 6320274"/>
              <a:gd name="connsiteY1302" fmla="*/ 519836 h 1660203"/>
              <a:gd name="connsiteX1303" fmla="*/ 2789437 w 6320274"/>
              <a:gd name="connsiteY1303" fmla="*/ 447473 h 1660203"/>
              <a:gd name="connsiteX1304" fmla="*/ 2787950 w 6320274"/>
              <a:gd name="connsiteY1304" fmla="*/ 439141 h 1660203"/>
              <a:gd name="connsiteX1305" fmla="*/ 2748361 w 6320274"/>
              <a:gd name="connsiteY1305" fmla="*/ 429865 h 1660203"/>
              <a:gd name="connsiteX1306" fmla="*/ 2779323 w 6320274"/>
              <a:gd name="connsiteY1306" fmla="*/ 440392 h 1660203"/>
              <a:gd name="connsiteX1307" fmla="*/ 2748361 w 6320274"/>
              <a:gd name="connsiteY1307" fmla="*/ 429865 h 1660203"/>
              <a:gd name="connsiteX1308" fmla="*/ 2412145 w 6320274"/>
              <a:gd name="connsiteY1308" fmla="*/ 423489 h 1660203"/>
              <a:gd name="connsiteX1309" fmla="*/ 2447220 w 6320274"/>
              <a:gd name="connsiteY1309" fmla="*/ 442902 h 1660203"/>
              <a:gd name="connsiteX1310" fmla="*/ 2412145 w 6320274"/>
              <a:gd name="connsiteY1310" fmla="*/ 423489 h 1660203"/>
              <a:gd name="connsiteX1311" fmla="*/ 2542440 w 6320274"/>
              <a:gd name="connsiteY1311" fmla="*/ 409636 h 1660203"/>
              <a:gd name="connsiteX1312" fmla="*/ 2802133 w 6320274"/>
              <a:gd name="connsiteY1312" fmla="*/ 620642 h 1660203"/>
              <a:gd name="connsiteX1313" fmla="*/ 2793047 w 6320274"/>
              <a:gd name="connsiteY1313" fmla="*/ 621230 h 1660203"/>
              <a:gd name="connsiteX1314" fmla="*/ 2775141 w 6320274"/>
              <a:gd name="connsiteY1314" fmla="*/ 602601 h 1660203"/>
              <a:gd name="connsiteX1315" fmla="*/ 2586253 w 6320274"/>
              <a:gd name="connsiteY1315" fmla="*/ 441173 h 1660203"/>
              <a:gd name="connsiteX1316" fmla="*/ 2542440 w 6320274"/>
              <a:gd name="connsiteY1316" fmla="*/ 409636 h 1660203"/>
              <a:gd name="connsiteX1317" fmla="*/ 2325459 w 6320274"/>
              <a:gd name="connsiteY1317" fmla="*/ 371370 h 1660203"/>
              <a:gd name="connsiteX1318" fmla="*/ 2342878 w 6320274"/>
              <a:gd name="connsiteY1318" fmla="*/ 379707 h 1660203"/>
              <a:gd name="connsiteX1319" fmla="*/ 2325459 w 6320274"/>
              <a:gd name="connsiteY1319" fmla="*/ 371370 h 1660203"/>
              <a:gd name="connsiteX1320" fmla="*/ 2237763 w 6320274"/>
              <a:gd name="connsiteY1320" fmla="*/ 367441 h 1660203"/>
              <a:gd name="connsiteX1321" fmla="*/ 2283805 w 6320274"/>
              <a:gd name="connsiteY1321" fmla="*/ 385955 h 1660203"/>
              <a:gd name="connsiteX1322" fmla="*/ 2320223 w 6320274"/>
              <a:gd name="connsiteY1322" fmla="*/ 397300 h 1660203"/>
              <a:gd name="connsiteX1323" fmla="*/ 2339419 w 6320274"/>
              <a:gd name="connsiteY1323" fmla="*/ 414172 h 1660203"/>
              <a:gd name="connsiteX1324" fmla="*/ 2523103 w 6320274"/>
              <a:gd name="connsiteY1324" fmla="*/ 539358 h 1660203"/>
              <a:gd name="connsiteX1325" fmla="*/ 2602138 w 6320274"/>
              <a:gd name="connsiteY1325" fmla="*/ 606709 h 1660203"/>
              <a:gd name="connsiteX1326" fmla="*/ 2617763 w 6320274"/>
              <a:gd name="connsiteY1326" fmla="*/ 612074 h 1660203"/>
              <a:gd name="connsiteX1327" fmla="*/ 2810569 w 6320274"/>
              <a:gd name="connsiteY1327" fmla="*/ 833722 h 1660203"/>
              <a:gd name="connsiteX1328" fmla="*/ 2846988 w 6320274"/>
              <a:gd name="connsiteY1328" fmla="*/ 877666 h 1660203"/>
              <a:gd name="connsiteX1329" fmla="*/ 2787547 w 6320274"/>
              <a:gd name="connsiteY1329" fmla="*/ 808165 h 1660203"/>
              <a:gd name="connsiteX1330" fmla="*/ 2777124 w 6320274"/>
              <a:gd name="connsiteY1330" fmla="*/ 806442 h 1660203"/>
              <a:gd name="connsiteX1331" fmla="*/ 2623363 w 6320274"/>
              <a:gd name="connsiteY1331" fmla="*/ 629294 h 1660203"/>
              <a:gd name="connsiteX1332" fmla="*/ 2513512 w 6320274"/>
              <a:gd name="connsiteY1332" fmla="*/ 535217 h 1660203"/>
              <a:gd name="connsiteX1333" fmla="*/ 2495549 w 6320274"/>
              <a:gd name="connsiteY1333" fmla="*/ 529501 h 1660203"/>
              <a:gd name="connsiteX1334" fmla="*/ 2238832 w 6320274"/>
              <a:gd name="connsiteY1334" fmla="*/ 367761 h 1660203"/>
              <a:gd name="connsiteX1335" fmla="*/ 2635928 w 6320274"/>
              <a:gd name="connsiteY1335" fmla="*/ 361002 h 1660203"/>
              <a:gd name="connsiteX1336" fmla="*/ 2667978 w 6320274"/>
              <a:gd name="connsiteY1336" fmla="*/ 398884 h 1660203"/>
              <a:gd name="connsiteX1337" fmla="*/ 2775092 w 6320274"/>
              <a:gd name="connsiteY1337" fmla="*/ 511633 h 1660203"/>
              <a:gd name="connsiteX1338" fmla="*/ 2790112 w 6320274"/>
              <a:gd name="connsiteY1338" fmla="*/ 527243 h 1660203"/>
              <a:gd name="connsiteX1339" fmla="*/ 2816315 w 6320274"/>
              <a:gd name="connsiteY1339" fmla="*/ 540132 h 1660203"/>
              <a:gd name="connsiteX1340" fmla="*/ 2812503 w 6320274"/>
              <a:gd name="connsiteY1340" fmla="*/ 541474 h 1660203"/>
              <a:gd name="connsiteX1341" fmla="*/ 2808781 w 6320274"/>
              <a:gd name="connsiteY1341" fmla="*/ 545946 h 1660203"/>
              <a:gd name="connsiteX1342" fmla="*/ 3043072 w 6320274"/>
              <a:gd name="connsiteY1342" fmla="*/ 611773 h 1660203"/>
              <a:gd name="connsiteX1343" fmla="*/ 3052100 w 6320274"/>
              <a:gd name="connsiteY1343" fmla="*/ 624099 h 1660203"/>
              <a:gd name="connsiteX1344" fmla="*/ 3222786 w 6320274"/>
              <a:gd name="connsiteY1344" fmla="*/ 711875 h 1660203"/>
              <a:gd name="connsiteX1345" fmla="*/ 3474647 w 6320274"/>
              <a:gd name="connsiteY1345" fmla="*/ 853485 h 1660203"/>
              <a:gd name="connsiteX1346" fmla="*/ 3619285 w 6320274"/>
              <a:gd name="connsiteY1346" fmla="*/ 934173 h 1660203"/>
              <a:gd name="connsiteX1347" fmla="*/ 3538710 w 6320274"/>
              <a:gd name="connsiteY1347" fmla="*/ 893626 h 1660203"/>
              <a:gd name="connsiteX1348" fmla="*/ 3489098 w 6320274"/>
              <a:gd name="connsiteY1348" fmla="*/ 863604 h 1660203"/>
              <a:gd name="connsiteX1349" fmla="*/ 3465677 w 6320274"/>
              <a:gd name="connsiteY1349" fmla="*/ 857071 h 1660203"/>
              <a:gd name="connsiteX1350" fmla="*/ 3459478 w 6320274"/>
              <a:gd name="connsiteY1350" fmla="*/ 845009 h 1660203"/>
              <a:gd name="connsiteX1351" fmla="*/ 3235552 w 6320274"/>
              <a:gd name="connsiteY1351" fmla="*/ 732394 h 1660203"/>
              <a:gd name="connsiteX1352" fmla="*/ 3234065 w 6320274"/>
              <a:gd name="connsiteY1352" fmla="*/ 724061 h 1660203"/>
              <a:gd name="connsiteX1353" fmla="*/ 2820060 w 6320274"/>
              <a:gd name="connsiteY1353" fmla="*/ 558132 h 1660203"/>
              <a:gd name="connsiteX1354" fmla="*/ 2874935 w 6320274"/>
              <a:gd name="connsiteY1354" fmla="*/ 672904 h 1660203"/>
              <a:gd name="connsiteX1355" fmla="*/ 2902471 w 6320274"/>
              <a:gd name="connsiteY1355" fmla="*/ 720923 h 1660203"/>
              <a:gd name="connsiteX1356" fmla="*/ 2958484 w 6320274"/>
              <a:gd name="connsiteY1356" fmla="*/ 795317 h 1660203"/>
              <a:gd name="connsiteX1357" fmla="*/ 2992473 w 6320274"/>
              <a:gd name="connsiteY1357" fmla="*/ 819974 h 1660203"/>
              <a:gd name="connsiteX1358" fmla="*/ 3014407 w 6320274"/>
              <a:gd name="connsiteY1358" fmla="*/ 818175 h 1660203"/>
              <a:gd name="connsiteX1359" fmla="*/ 3012723 w 6320274"/>
              <a:gd name="connsiteY1359" fmla="*/ 828577 h 1660203"/>
              <a:gd name="connsiteX1360" fmla="*/ 3331760 w 6320274"/>
              <a:gd name="connsiteY1360" fmla="*/ 959749 h 1660203"/>
              <a:gd name="connsiteX1361" fmla="*/ 3347097 w 6320274"/>
              <a:gd name="connsiteY1361" fmla="*/ 964912 h 1660203"/>
              <a:gd name="connsiteX1362" fmla="*/ 3496394 w 6320274"/>
              <a:gd name="connsiteY1362" fmla="*/ 1084464 h 1660203"/>
              <a:gd name="connsiteX1363" fmla="*/ 3556922 w 6320274"/>
              <a:gd name="connsiteY1363" fmla="*/ 1148721 h 1660203"/>
              <a:gd name="connsiteX1364" fmla="*/ 3669706 w 6320274"/>
              <a:gd name="connsiteY1364" fmla="*/ 1140192 h 1660203"/>
              <a:gd name="connsiteX1365" fmla="*/ 3780355 w 6320274"/>
              <a:gd name="connsiteY1365" fmla="*/ 1196223 h 1660203"/>
              <a:gd name="connsiteX1366" fmla="*/ 3824170 w 6320274"/>
              <a:gd name="connsiteY1366" fmla="*/ 1227761 h 1660203"/>
              <a:gd name="connsiteX1367" fmla="*/ 3875075 w 6320274"/>
              <a:gd name="connsiteY1367" fmla="*/ 1317449 h 1660203"/>
              <a:gd name="connsiteX1368" fmla="*/ 3905092 w 6320274"/>
              <a:gd name="connsiteY1368" fmla="*/ 1349620 h 1660203"/>
              <a:gd name="connsiteX1369" fmla="*/ 4086387 w 6320274"/>
              <a:gd name="connsiteY1369" fmla="*/ 1574789 h 1660203"/>
              <a:gd name="connsiteX1370" fmla="*/ 4080878 w 6320274"/>
              <a:gd name="connsiteY1370" fmla="*/ 1576507 h 1660203"/>
              <a:gd name="connsiteX1371" fmla="*/ 4095960 w 6320274"/>
              <a:gd name="connsiteY1371" fmla="*/ 1617093 h 1660203"/>
              <a:gd name="connsiteX1372" fmla="*/ 4133771 w 6320274"/>
              <a:gd name="connsiteY1372" fmla="*/ 1585234 h 1660203"/>
              <a:gd name="connsiteX1373" fmla="*/ 4081924 w 6320274"/>
              <a:gd name="connsiteY1373" fmla="*/ 1451993 h 1660203"/>
              <a:gd name="connsiteX1374" fmla="*/ 4086438 w 6320274"/>
              <a:gd name="connsiteY1374" fmla="*/ 1441857 h 1660203"/>
              <a:gd name="connsiteX1375" fmla="*/ 3992118 w 6320274"/>
              <a:gd name="connsiteY1375" fmla="*/ 1301609 h 1660203"/>
              <a:gd name="connsiteX1376" fmla="*/ 3979120 w 6320274"/>
              <a:gd name="connsiteY1376" fmla="*/ 1264198 h 1660203"/>
              <a:gd name="connsiteX1377" fmla="*/ 3941017 w 6320274"/>
              <a:gd name="connsiteY1377" fmla="*/ 1230656 h 1660203"/>
              <a:gd name="connsiteX1378" fmla="*/ 3943499 w 6320274"/>
              <a:gd name="connsiteY1378" fmla="*/ 1214807 h 1660203"/>
              <a:gd name="connsiteX1379" fmla="*/ 3927620 w 6320274"/>
              <a:gd name="connsiteY1379" fmla="*/ 1212267 h 1660203"/>
              <a:gd name="connsiteX1380" fmla="*/ 3930102 w 6320274"/>
              <a:gd name="connsiteY1380" fmla="*/ 1196420 h 1660203"/>
              <a:gd name="connsiteX1381" fmla="*/ 3901768 w 6320274"/>
              <a:gd name="connsiteY1381" fmla="*/ 1186445 h 1660203"/>
              <a:gd name="connsiteX1382" fmla="*/ 3679090 w 6320274"/>
              <a:gd name="connsiteY1382" fmla="*/ 981626 h 1660203"/>
              <a:gd name="connsiteX1383" fmla="*/ 3779173 w 6320274"/>
              <a:gd name="connsiteY1383" fmla="*/ 1052134 h 1660203"/>
              <a:gd name="connsiteX1384" fmla="*/ 3828589 w 6320274"/>
              <a:gd name="connsiteY1384" fmla="*/ 1100890 h 1660203"/>
              <a:gd name="connsiteX1385" fmla="*/ 3805568 w 6320274"/>
              <a:gd name="connsiteY1385" fmla="*/ 1075334 h 1660203"/>
              <a:gd name="connsiteX1386" fmla="*/ 3739727 w 6320274"/>
              <a:gd name="connsiteY1386" fmla="*/ 994060 h 1660203"/>
              <a:gd name="connsiteX1387" fmla="*/ 3763292 w 6320274"/>
              <a:gd name="connsiteY1387" fmla="*/ 1016995 h 1660203"/>
              <a:gd name="connsiteX1388" fmla="*/ 3802883 w 6320274"/>
              <a:gd name="connsiteY1388" fmla="*/ 1058870 h 1660203"/>
              <a:gd name="connsiteX1389" fmla="*/ 3909707 w 6320274"/>
              <a:gd name="connsiteY1389" fmla="*/ 1171416 h 1660203"/>
              <a:gd name="connsiteX1390" fmla="*/ 3982145 w 6320274"/>
              <a:gd name="connsiteY1390" fmla="*/ 1245728 h 1660203"/>
              <a:gd name="connsiteX1391" fmla="*/ 3984033 w 6320274"/>
              <a:gd name="connsiteY1391" fmla="*/ 1267638 h 1660203"/>
              <a:gd name="connsiteX1392" fmla="*/ 4046500 w 6320274"/>
              <a:gd name="connsiteY1392" fmla="*/ 1351269 h 1660203"/>
              <a:gd name="connsiteX1393" fmla="*/ 4043872 w 6320274"/>
              <a:gd name="connsiteY1393" fmla="*/ 1350716 h 1660203"/>
              <a:gd name="connsiteX1394" fmla="*/ 4091548 w 6320274"/>
              <a:gd name="connsiteY1394" fmla="*/ 1426562 h 1660203"/>
              <a:gd name="connsiteX1395" fmla="*/ 4108916 w 6320274"/>
              <a:gd name="connsiteY1395" fmla="*/ 1470035 h 1660203"/>
              <a:gd name="connsiteX1396" fmla="*/ 4109061 w 6320274"/>
              <a:gd name="connsiteY1396" fmla="*/ 1486435 h 1660203"/>
              <a:gd name="connsiteX1397" fmla="*/ 4122458 w 6320274"/>
              <a:gd name="connsiteY1397" fmla="*/ 1504824 h 1660203"/>
              <a:gd name="connsiteX1398" fmla="*/ 4148853 w 6320274"/>
              <a:gd name="connsiteY1398" fmla="*/ 1560623 h 1660203"/>
              <a:gd name="connsiteX1399" fmla="*/ 4160218 w 6320274"/>
              <a:gd name="connsiteY1399" fmla="*/ 1540700 h 1660203"/>
              <a:gd name="connsiteX1400" fmla="*/ 4151190 w 6320274"/>
              <a:gd name="connsiteY1400" fmla="*/ 1528374 h 1660203"/>
              <a:gd name="connsiteX1401" fmla="*/ 4159529 w 6320274"/>
              <a:gd name="connsiteY1401" fmla="*/ 1526921 h 1660203"/>
              <a:gd name="connsiteX1402" fmla="*/ 4159384 w 6320274"/>
              <a:gd name="connsiteY1402" fmla="*/ 1477922 h 1660203"/>
              <a:gd name="connsiteX1403" fmla="*/ 4152693 w 6320274"/>
              <a:gd name="connsiteY1403" fmla="*/ 1400748 h 1660203"/>
              <a:gd name="connsiteX1404" fmla="*/ 4136124 w 6320274"/>
              <a:gd name="connsiteY1404" fmla="*/ 1384428 h 1660203"/>
              <a:gd name="connsiteX1405" fmla="*/ 4108443 w 6320274"/>
              <a:gd name="connsiteY1405" fmla="*/ 1320009 h 1660203"/>
              <a:gd name="connsiteX1406" fmla="*/ 4031890 w 6320274"/>
              <a:gd name="connsiteY1406" fmla="*/ 1204211 h 1660203"/>
              <a:gd name="connsiteX1407" fmla="*/ 4037944 w 6320274"/>
              <a:gd name="connsiteY1407" fmla="*/ 1199872 h 1660203"/>
              <a:gd name="connsiteX1408" fmla="*/ 3997155 w 6320274"/>
              <a:gd name="connsiteY1408" fmla="*/ 1149865 h 1660203"/>
              <a:gd name="connsiteX1409" fmla="*/ 3966103 w 6320274"/>
              <a:gd name="connsiteY1409" fmla="*/ 1087801 h 1660203"/>
              <a:gd name="connsiteX1410" fmla="*/ 3927056 w 6320274"/>
              <a:gd name="connsiteY1410" fmla="*/ 1043304 h 1660203"/>
              <a:gd name="connsiteX1411" fmla="*/ 3905575 w 6320274"/>
              <a:gd name="connsiteY1411" fmla="*/ 1023544 h 1660203"/>
              <a:gd name="connsiteX1412" fmla="*/ 3815174 w 6320274"/>
              <a:gd name="connsiteY1412" fmla="*/ 943517 h 1660203"/>
              <a:gd name="connsiteX1413" fmla="*/ 3814229 w 6320274"/>
              <a:gd name="connsiteY1413" fmla="*/ 932561 h 1660203"/>
              <a:gd name="connsiteX1414" fmla="*/ 3673613 w 6320274"/>
              <a:gd name="connsiteY1414" fmla="*/ 809223 h 1660203"/>
              <a:gd name="connsiteX1415" fmla="*/ 3674412 w 6320274"/>
              <a:gd name="connsiteY1415" fmla="*/ 803778 h 1660203"/>
              <a:gd name="connsiteX1416" fmla="*/ 3605691 w 6320274"/>
              <a:gd name="connsiteY1416" fmla="*/ 757373 h 1660203"/>
              <a:gd name="connsiteX1417" fmla="*/ 3439969 w 6320274"/>
              <a:gd name="connsiteY1417" fmla="*/ 637902 h 1660203"/>
              <a:gd name="connsiteX1418" fmla="*/ 3124900 w 6320274"/>
              <a:gd name="connsiteY1418" fmla="*/ 499215 h 1660203"/>
              <a:gd name="connsiteX1419" fmla="*/ 3231923 w 6320274"/>
              <a:gd name="connsiteY1419" fmla="*/ 527828 h 1660203"/>
              <a:gd name="connsiteX1420" fmla="*/ 3407121 w 6320274"/>
              <a:gd name="connsiteY1420" fmla="*/ 605466 h 1660203"/>
              <a:gd name="connsiteX1421" fmla="*/ 3446023 w 6320274"/>
              <a:gd name="connsiteY1421" fmla="*/ 633563 h 1660203"/>
              <a:gd name="connsiteX1422" fmla="*/ 3491521 w 6320274"/>
              <a:gd name="connsiteY1422" fmla="*/ 654698 h 1660203"/>
              <a:gd name="connsiteX1423" fmla="*/ 3646820 w 6320274"/>
              <a:gd name="connsiteY1423" fmla="*/ 772447 h 1660203"/>
              <a:gd name="connsiteX1424" fmla="*/ 3650391 w 6320274"/>
              <a:gd name="connsiteY1424" fmla="*/ 783955 h 1660203"/>
              <a:gd name="connsiteX1425" fmla="*/ 3767529 w 6320274"/>
              <a:gd name="connsiteY1425" fmla="*/ 884849 h 1660203"/>
              <a:gd name="connsiteX1426" fmla="*/ 3809746 w 6320274"/>
              <a:gd name="connsiteY1426" fmla="*/ 927278 h 1660203"/>
              <a:gd name="connsiteX1427" fmla="*/ 3942567 w 6320274"/>
              <a:gd name="connsiteY1427" fmla="*/ 1049446 h 1660203"/>
              <a:gd name="connsiteX1428" fmla="*/ 4039259 w 6320274"/>
              <a:gd name="connsiteY1428" fmla="*/ 1193071 h 1660203"/>
              <a:gd name="connsiteX1429" fmla="*/ 4055140 w 6320274"/>
              <a:gd name="connsiteY1429" fmla="*/ 1195612 h 1660203"/>
              <a:gd name="connsiteX1430" fmla="*/ 4042830 w 6320274"/>
              <a:gd name="connsiteY1430" fmla="*/ 1204580 h 1660203"/>
              <a:gd name="connsiteX1431" fmla="*/ 4050915 w 6320274"/>
              <a:gd name="connsiteY1431" fmla="*/ 1205951 h 1660203"/>
              <a:gd name="connsiteX1432" fmla="*/ 4116500 w 6320274"/>
              <a:gd name="connsiteY1432" fmla="*/ 1322648 h 1660203"/>
              <a:gd name="connsiteX1433" fmla="*/ 4138925 w 6320274"/>
              <a:gd name="connsiteY1433" fmla="*/ 1353363 h 1660203"/>
              <a:gd name="connsiteX1434" fmla="*/ 4127322 w 6320274"/>
              <a:gd name="connsiteY1434" fmla="*/ 1272748 h 1660203"/>
              <a:gd name="connsiteX1435" fmla="*/ 4062677 w 6320274"/>
              <a:gd name="connsiteY1435" fmla="*/ 1134407 h 1660203"/>
              <a:gd name="connsiteX1436" fmla="*/ 4039511 w 6320274"/>
              <a:gd name="connsiteY1436" fmla="*/ 1092450 h 1660203"/>
              <a:gd name="connsiteX1437" fmla="*/ 4025824 w 6320274"/>
              <a:gd name="connsiteY1437" fmla="*/ 1041260 h 1660203"/>
              <a:gd name="connsiteX1438" fmla="*/ 4015998 w 6320274"/>
              <a:gd name="connsiteY1438" fmla="*/ 1034380 h 1660203"/>
              <a:gd name="connsiteX1439" fmla="*/ 3988115 w 6320274"/>
              <a:gd name="connsiteY1439" fmla="*/ 937650 h 1660203"/>
              <a:gd name="connsiteX1440" fmla="*/ 3994712 w 6320274"/>
              <a:gd name="connsiteY1440" fmla="*/ 930688 h 1660203"/>
              <a:gd name="connsiteX1441" fmla="*/ 3981714 w 6320274"/>
              <a:gd name="connsiteY1441" fmla="*/ 925876 h 1660203"/>
              <a:gd name="connsiteX1442" fmla="*/ 3957205 w 6320274"/>
              <a:gd name="connsiteY1442" fmla="*/ 859388 h 1660203"/>
              <a:gd name="connsiteX1443" fmla="*/ 3943953 w 6320274"/>
              <a:gd name="connsiteY1443" fmla="*/ 857401 h 1660203"/>
              <a:gd name="connsiteX1444" fmla="*/ 3946180 w 6320274"/>
              <a:gd name="connsiteY1444" fmla="*/ 844377 h 1660203"/>
              <a:gd name="connsiteX1445" fmla="*/ 3933184 w 6320274"/>
              <a:gd name="connsiteY1445" fmla="*/ 839565 h 1660203"/>
              <a:gd name="connsiteX1446" fmla="*/ 3803933 w 6320274"/>
              <a:gd name="connsiteY1446" fmla="*/ 696304 h 1660203"/>
              <a:gd name="connsiteX1447" fmla="*/ 3802989 w 6320274"/>
              <a:gd name="connsiteY1447" fmla="*/ 685350 h 1660203"/>
              <a:gd name="connsiteX1448" fmla="*/ 3738637 w 6320274"/>
              <a:gd name="connsiteY1448" fmla="*/ 645008 h 1660203"/>
              <a:gd name="connsiteX1449" fmla="*/ 3493720 w 6320274"/>
              <a:gd name="connsiteY1449" fmla="*/ 545145 h 1660203"/>
              <a:gd name="connsiteX1450" fmla="*/ 3586604 w 6320274"/>
              <a:gd name="connsiteY1450" fmla="*/ 609326 h 1660203"/>
              <a:gd name="connsiteX1451" fmla="*/ 3593004 w 6320274"/>
              <a:gd name="connsiteY1451" fmla="*/ 621099 h 1660203"/>
              <a:gd name="connsiteX1452" fmla="*/ 3619453 w 6320274"/>
              <a:gd name="connsiteY1452" fmla="*/ 641763 h 1660203"/>
              <a:gd name="connsiteX1453" fmla="*/ 3682463 w 6320274"/>
              <a:gd name="connsiteY1453" fmla="*/ 690173 h 1660203"/>
              <a:gd name="connsiteX1454" fmla="*/ 3609625 w 6320274"/>
              <a:gd name="connsiteY1454" fmla="*/ 634882 h 1660203"/>
              <a:gd name="connsiteX1455" fmla="*/ 3358963 w 6320274"/>
              <a:gd name="connsiteY1455" fmla="*/ 501401 h 1660203"/>
              <a:gd name="connsiteX1456" fmla="*/ 3349680 w 6320274"/>
              <a:gd name="connsiteY1456" fmla="*/ 491899 h 1660203"/>
              <a:gd name="connsiteX1457" fmla="*/ 3202017 w 6320274"/>
              <a:gd name="connsiteY1457" fmla="*/ 462279 h 1660203"/>
              <a:gd name="connsiteX1458" fmla="*/ 3065321 w 6320274"/>
              <a:gd name="connsiteY1458" fmla="*/ 431760 h 1660203"/>
              <a:gd name="connsiteX1459" fmla="*/ 2635928 w 6320274"/>
              <a:gd name="connsiteY1459" fmla="*/ 361002 h 1660203"/>
              <a:gd name="connsiteX1460" fmla="*/ 2348040 w 6320274"/>
              <a:gd name="connsiteY1460" fmla="*/ 296678 h 1660203"/>
              <a:gd name="connsiteX1461" fmla="*/ 2365461 w 6320274"/>
              <a:gd name="connsiteY1461" fmla="*/ 305015 h 1660203"/>
              <a:gd name="connsiteX1462" fmla="*/ 2348040 w 6320274"/>
              <a:gd name="connsiteY1462" fmla="*/ 296678 h 1660203"/>
              <a:gd name="connsiteX1463" fmla="*/ 2326506 w 6320274"/>
              <a:gd name="connsiteY1463" fmla="*/ 279454 h 1660203"/>
              <a:gd name="connsiteX1464" fmla="*/ 2322536 w 6320274"/>
              <a:gd name="connsiteY1464" fmla="*/ 286968 h 1660203"/>
              <a:gd name="connsiteX1465" fmla="*/ 2345412 w 6320274"/>
              <a:gd name="connsiteY1465" fmla="*/ 296124 h 1660203"/>
              <a:gd name="connsiteX1466" fmla="*/ 2326506 w 6320274"/>
              <a:gd name="connsiteY1466" fmla="*/ 279454 h 1660203"/>
              <a:gd name="connsiteX1467" fmla="*/ 1046979 w 6320274"/>
              <a:gd name="connsiteY1467" fmla="*/ 270113 h 1660203"/>
              <a:gd name="connsiteX1468" fmla="*/ 1214238 w 6320274"/>
              <a:gd name="connsiteY1468" fmla="*/ 330182 h 1660203"/>
              <a:gd name="connsiteX1469" fmla="*/ 1046979 w 6320274"/>
              <a:gd name="connsiteY1469" fmla="*/ 270113 h 1660203"/>
              <a:gd name="connsiteX1470" fmla="*/ 2223853 w 6320274"/>
              <a:gd name="connsiteY1470" fmla="*/ 224304 h 1660203"/>
              <a:gd name="connsiteX1471" fmla="*/ 2266724 w 6320274"/>
              <a:gd name="connsiteY1471" fmla="*/ 244886 h 1660203"/>
              <a:gd name="connsiteX1472" fmla="*/ 2253167 w 6320274"/>
              <a:gd name="connsiteY1472" fmla="*/ 244891 h 1660203"/>
              <a:gd name="connsiteX1473" fmla="*/ 2223853 w 6320274"/>
              <a:gd name="connsiteY1473" fmla="*/ 224304 h 1660203"/>
              <a:gd name="connsiteX1474" fmla="*/ 2159644 w 6320274"/>
              <a:gd name="connsiteY1474" fmla="*/ 200363 h 1660203"/>
              <a:gd name="connsiteX1475" fmla="*/ 2177555 w 6320274"/>
              <a:gd name="connsiteY1475" fmla="*/ 208615 h 1660203"/>
              <a:gd name="connsiteX1476" fmla="*/ 2159644 w 6320274"/>
              <a:gd name="connsiteY1476" fmla="*/ 200363 h 1660203"/>
              <a:gd name="connsiteX1477" fmla="*/ 2090475 w 6320274"/>
              <a:gd name="connsiteY1477" fmla="*/ 193964 h 1660203"/>
              <a:gd name="connsiteX1478" fmla="*/ 2321399 w 6320274"/>
              <a:gd name="connsiteY1478" fmla="*/ 280597 h 1660203"/>
              <a:gd name="connsiteX1479" fmla="*/ 2271785 w 6320274"/>
              <a:gd name="connsiteY1479" fmla="*/ 250575 h 1660203"/>
              <a:gd name="connsiteX1480" fmla="*/ 2428478 w 6320274"/>
              <a:gd name="connsiteY1480" fmla="*/ 325119 h 1660203"/>
              <a:gd name="connsiteX1481" fmla="*/ 2537930 w 6320274"/>
              <a:gd name="connsiteY1481" fmla="*/ 405620 h 1660203"/>
              <a:gd name="connsiteX1482" fmla="*/ 2477350 w 6320274"/>
              <a:gd name="connsiteY1482" fmla="*/ 376498 h 1660203"/>
              <a:gd name="connsiteX1483" fmla="*/ 2466782 w 6320274"/>
              <a:gd name="connsiteY1483" fmla="*/ 358375 h 1660203"/>
              <a:gd name="connsiteX1484" fmla="*/ 2366503 w 6320274"/>
              <a:gd name="connsiteY1484" fmla="*/ 306602 h 1660203"/>
              <a:gd name="connsiteX1485" fmla="*/ 2505828 w 6320274"/>
              <a:gd name="connsiteY1485" fmla="*/ 402873 h 1660203"/>
              <a:gd name="connsiteX1486" fmla="*/ 2505224 w 6320274"/>
              <a:gd name="connsiteY1486" fmla="*/ 403736 h 1660203"/>
              <a:gd name="connsiteX1487" fmla="*/ 2761982 w 6320274"/>
              <a:gd name="connsiteY1487" fmla="*/ 652148 h 1660203"/>
              <a:gd name="connsiteX1488" fmla="*/ 2647870 w 6320274"/>
              <a:gd name="connsiteY1488" fmla="*/ 532786 h 1660203"/>
              <a:gd name="connsiteX1489" fmla="*/ 2648669 w 6320274"/>
              <a:gd name="connsiteY1489" fmla="*/ 527339 h 1660203"/>
              <a:gd name="connsiteX1490" fmla="*/ 2496744 w 6320274"/>
              <a:gd name="connsiteY1490" fmla="*/ 407235 h 1660203"/>
              <a:gd name="connsiteX1491" fmla="*/ 2435221 w 6320274"/>
              <a:gd name="connsiteY1491" fmla="*/ 367159 h 1660203"/>
              <a:gd name="connsiteX1492" fmla="*/ 2426736 w 6320274"/>
              <a:gd name="connsiteY1492" fmla="*/ 352210 h 1660203"/>
              <a:gd name="connsiteX1493" fmla="*/ 2090475 w 6320274"/>
              <a:gd name="connsiteY1493" fmla="*/ 193964 h 1660203"/>
              <a:gd name="connsiteX1494" fmla="*/ 2064279 w 6320274"/>
              <a:gd name="connsiteY1494" fmla="*/ 184629 h 1660203"/>
              <a:gd name="connsiteX1495" fmla="*/ 2081988 w 6320274"/>
              <a:gd name="connsiteY1495" fmla="*/ 193169 h 1660203"/>
              <a:gd name="connsiteX1496" fmla="*/ 2064279 w 6320274"/>
              <a:gd name="connsiteY1496" fmla="*/ 184629 h 1660203"/>
              <a:gd name="connsiteX1497" fmla="*/ 2044846 w 6320274"/>
              <a:gd name="connsiteY1497" fmla="*/ 180781 h 1660203"/>
              <a:gd name="connsiteX1498" fmla="*/ 2056141 w 6320274"/>
              <a:gd name="connsiteY1498" fmla="*/ 185795 h 1660203"/>
              <a:gd name="connsiteX1499" fmla="*/ 2043419 w 6320274"/>
              <a:gd name="connsiteY1499" fmla="*/ 187664 h 1660203"/>
              <a:gd name="connsiteX1500" fmla="*/ 2032176 w 6320274"/>
              <a:gd name="connsiteY1500" fmla="*/ 181883 h 1660203"/>
              <a:gd name="connsiteX1501" fmla="*/ 2044846 w 6320274"/>
              <a:gd name="connsiteY1501" fmla="*/ 180781 h 1660203"/>
              <a:gd name="connsiteX1502" fmla="*/ 1979283 w 6320274"/>
              <a:gd name="connsiteY1502" fmla="*/ 173154 h 1660203"/>
              <a:gd name="connsiteX1503" fmla="*/ 1961666 w 6320274"/>
              <a:gd name="connsiteY1503" fmla="*/ 180014 h 1660203"/>
              <a:gd name="connsiteX1504" fmla="*/ 1943553 w 6320274"/>
              <a:gd name="connsiteY1504" fmla="*/ 175588 h 1660203"/>
              <a:gd name="connsiteX1505" fmla="*/ 1979283 w 6320274"/>
              <a:gd name="connsiteY1505" fmla="*/ 173154 h 1660203"/>
              <a:gd name="connsiteX1506" fmla="*/ 923641 w 6320274"/>
              <a:gd name="connsiteY1506" fmla="*/ 157157 h 1660203"/>
              <a:gd name="connsiteX1507" fmla="*/ 931583 w 6320274"/>
              <a:gd name="connsiteY1507" fmla="*/ 174728 h 1660203"/>
              <a:gd name="connsiteX1508" fmla="*/ 937039 w 6320274"/>
              <a:gd name="connsiteY1508" fmla="*/ 175545 h 1660203"/>
              <a:gd name="connsiteX1509" fmla="*/ 945609 w 6320274"/>
              <a:gd name="connsiteY1509" fmla="*/ 171616 h 1660203"/>
              <a:gd name="connsiteX1510" fmla="*/ 945721 w 6320274"/>
              <a:gd name="connsiteY1510" fmla="*/ 171759 h 1660203"/>
              <a:gd name="connsiteX1511" fmla="*/ 945922 w 6320274"/>
              <a:gd name="connsiteY1511" fmla="*/ 171472 h 1660203"/>
              <a:gd name="connsiteX1512" fmla="*/ 945609 w 6320274"/>
              <a:gd name="connsiteY1512" fmla="*/ 171616 h 1660203"/>
              <a:gd name="connsiteX1513" fmla="*/ 938141 w 6320274"/>
              <a:gd name="connsiteY1513" fmla="*/ 162056 h 1660203"/>
              <a:gd name="connsiteX1514" fmla="*/ 923641 w 6320274"/>
              <a:gd name="connsiteY1514" fmla="*/ 157157 h 1660203"/>
              <a:gd name="connsiteX1515" fmla="*/ 854394 w 6320274"/>
              <a:gd name="connsiteY1515" fmla="*/ 42615 h 1660203"/>
              <a:gd name="connsiteX1516" fmla="*/ 822185 w 6320274"/>
              <a:gd name="connsiteY1516" fmla="*/ 124290 h 1660203"/>
              <a:gd name="connsiteX1517" fmla="*/ 813845 w 6320274"/>
              <a:gd name="connsiteY1517" fmla="*/ 125743 h 1660203"/>
              <a:gd name="connsiteX1518" fmla="*/ 788488 w 6320274"/>
              <a:gd name="connsiteY1518" fmla="*/ 197633 h 1660203"/>
              <a:gd name="connsiteX1519" fmla="*/ 779605 w 6320274"/>
              <a:gd name="connsiteY1519" fmla="*/ 201708 h 1660203"/>
              <a:gd name="connsiteX1520" fmla="*/ 755481 w 6320274"/>
              <a:gd name="connsiteY1520" fmla="*/ 317354 h 1660203"/>
              <a:gd name="connsiteX1521" fmla="*/ 746598 w 6320274"/>
              <a:gd name="connsiteY1521" fmla="*/ 321429 h 1660203"/>
              <a:gd name="connsiteX1522" fmla="*/ 745256 w 6320274"/>
              <a:gd name="connsiteY1522" fmla="*/ 329497 h 1660203"/>
              <a:gd name="connsiteX1523" fmla="*/ 751998 w 6320274"/>
              <a:gd name="connsiteY1523" fmla="*/ 338936 h 1660203"/>
              <a:gd name="connsiteX1524" fmla="*/ 739944 w 6320274"/>
              <a:gd name="connsiteY1524" fmla="*/ 345079 h 1660203"/>
              <a:gd name="connsiteX1525" fmla="*/ 732496 w 6320274"/>
              <a:gd name="connsiteY1525" fmla="*/ 425221 h 1660203"/>
              <a:gd name="connsiteX1526" fmla="*/ 730559 w 6320274"/>
              <a:gd name="connsiteY1526" fmla="*/ 438447 h 1660203"/>
              <a:gd name="connsiteX1527" fmla="*/ 735616 w 6320274"/>
              <a:gd name="connsiteY1527" fmla="*/ 490887 h 1660203"/>
              <a:gd name="connsiteX1528" fmla="*/ 729020 w 6320274"/>
              <a:gd name="connsiteY1528" fmla="*/ 497848 h 1660203"/>
              <a:gd name="connsiteX1529" fmla="*/ 741474 w 6320274"/>
              <a:gd name="connsiteY1529" fmla="*/ 505282 h 1660203"/>
              <a:gd name="connsiteX1530" fmla="*/ 740079 w 6320274"/>
              <a:gd name="connsiteY1530" fmla="*/ 548485 h 1660203"/>
              <a:gd name="connsiteX1531" fmla="*/ 751989 w 6320274"/>
              <a:gd name="connsiteY1531" fmla="*/ 558540 h 1660203"/>
              <a:gd name="connsiteX1532" fmla="*/ 763501 w 6320274"/>
              <a:gd name="connsiteY1532" fmla="*/ 587618 h 1660203"/>
              <a:gd name="connsiteX1533" fmla="*/ 770445 w 6320274"/>
              <a:gd name="connsiteY1533" fmla="*/ 629367 h 1660203"/>
              <a:gd name="connsiteX1534" fmla="*/ 788212 w 6320274"/>
              <a:gd name="connsiteY1534" fmla="*/ 653819 h 1660203"/>
              <a:gd name="connsiteX1535" fmla="*/ 835741 w 6320274"/>
              <a:gd name="connsiteY1535" fmla="*/ 713263 h 1660203"/>
              <a:gd name="connsiteX1536" fmla="*/ 936803 w 6320274"/>
              <a:gd name="connsiteY1536" fmla="*/ 862951 h 1660203"/>
              <a:gd name="connsiteX1537" fmla="*/ 935120 w 6320274"/>
              <a:gd name="connsiteY1537" fmla="*/ 873352 h 1660203"/>
              <a:gd name="connsiteX1538" fmla="*/ 1013612 w 6320274"/>
              <a:gd name="connsiteY1538" fmla="*/ 975924 h 1660203"/>
              <a:gd name="connsiteX1539" fmla="*/ 1018670 w 6320274"/>
              <a:gd name="connsiteY1539" fmla="*/ 995766 h 1660203"/>
              <a:gd name="connsiteX1540" fmla="*/ 1159975 w 6320274"/>
              <a:gd name="connsiteY1540" fmla="*/ 1132882 h 1660203"/>
              <a:gd name="connsiteX1541" fmla="*/ 1382756 w 6320274"/>
              <a:gd name="connsiteY1541" fmla="*/ 1202232 h 1660203"/>
              <a:gd name="connsiteX1542" fmla="*/ 1524563 w 6320274"/>
              <a:gd name="connsiteY1542" fmla="*/ 1250056 h 1660203"/>
              <a:gd name="connsiteX1543" fmla="*/ 1504118 w 6320274"/>
              <a:gd name="connsiteY1543" fmla="*/ 1260189 h 1660203"/>
              <a:gd name="connsiteX1544" fmla="*/ 1505097 w 6320274"/>
              <a:gd name="connsiteY1544" fmla="*/ 1260016 h 1660203"/>
              <a:gd name="connsiteX1545" fmla="*/ 1530603 w 6320274"/>
              <a:gd name="connsiteY1545" fmla="*/ 1269726 h 1660203"/>
              <a:gd name="connsiteX1546" fmla="*/ 1577045 w 6320274"/>
              <a:gd name="connsiteY1546" fmla="*/ 1301816 h 1660203"/>
              <a:gd name="connsiteX1547" fmla="*/ 1632913 w 6320274"/>
              <a:gd name="connsiteY1547" fmla="*/ 1327210 h 1660203"/>
              <a:gd name="connsiteX1548" fmla="*/ 1681983 w 6320274"/>
              <a:gd name="connsiteY1548" fmla="*/ 1359853 h 1660203"/>
              <a:gd name="connsiteX1549" fmla="*/ 1827761 w 6320274"/>
              <a:gd name="connsiteY1549" fmla="*/ 1400163 h 1660203"/>
              <a:gd name="connsiteX1550" fmla="*/ 1837187 w 6320274"/>
              <a:gd name="connsiteY1550" fmla="*/ 1393467 h 1660203"/>
              <a:gd name="connsiteX1551" fmla="*/ 1931843 w 6320274"/>
              <a:gd name="connsiteY1551" fmla="*/ 1430069 h 1660203"/>
              <a:gd name="connsiteX1552" fmla="*/ 1970510 w 6320274"/>
              <a:gd name="connsiteY1552" fmla="*/ 1426342 h 1660203"/>
              <a:gd name="connsiteX1553" fmla="*/ 1958057 w 6320274"/>
              <a:gd name="connsiteY1553" fmla="*/ 1418909 h 1660203"/>
              <a:gd name="connsiteX1554" fmla="*/ 1972449 w 6320274"/>
              <a:gd name="connsiteY1554" fmla="*/ 1413115 h 1660203"/>
              <a:gd name="connsiteX1555" fmla="*/ 1819328 w 6320274"/>
              <a:gd name="connsiteY1555" fmla="*/ 1350078 h 1660203"/>
              <a:gd name="connsiteX1556" fmla="*/ 1825383 w 6320274"/>
              <a:gd name="connsiteY1556" fmla="*/ 1345739 h 1660203"/>
              <a:gd name="connsiteX1557" fmla="*/ 1732753 w 6320274"/>
              <a:gd name="connsiteY1557" fmla="*/ 1278735 h 1660203"/>
              <a:gd name="connsiteX1558" fmla="*/ 1724812 w 6320274"/>
              <a:gd name="connsiteY1558" fmla="*/ 1261164 h 1660203"/>
              <a:gd name="connsiteX1559" fmla="*/ 1681253 w 6320274"/>
              <a:gd name="connsiteY1559" fmla="*/ 1226804 h 1660203"/>
              <a:gd name="connsiteX1560" fmla="*/ 1658086 w 6320274"/>
              <a:gd name="connsiteY1560" fmla="*/ 1184847 h 1660203"/>
              <a:gd name="connsiteX1561" fmla="*/ 1597159 w 6320274"/>
              <a:gd name="connsiteY1561" fmla="*/ 1139611 h 1660203"/>
              <a:gd name="connsiteX1562" fmla="*/ 1573340 w 6320274"/>
              <a:gd name="connsiteY1562" fmla="*/ 1119502 h 1660203"/>
              <a:gd name="connsiteX1563" fmla="*/ 1557315 w 6320274"/>
              <a:gd name="connsiteY1563" fmla="*/ 1100560 h 1660203"/>
              <a:gd name="connsiteX1564" fmla="*/ 1554340 w 6320274"/>
              <a:gd name="connsiteY1564" fmla="*/ 1083893 h 1660203"/>
              <a:gd name="connsiteX1565" fmla="*/ 1550914 w 6320274"/>
              <a:gd name="connsiteY1565" fmla="*/ 1088786 h 1660203"/>
              <a:gd name="connsiteX1566" fmla="*/ 1529433 w 6320274"/>
              <a:gd name="connsiteY1566" fmla="*/ 1069027 h 1660203"/>
              <a:gd name="connsiteX1567" fmla="*/ 1533947 w 6320274"/>
              <a:gd name="connsiteY1567" fmla="*/ 1058891 h 1660203"/>
              <a:gd name="connsiteX1568" fmla="*/ 1503784 w 6320274"/>
              <a:gd name="connsiteY1568" fmla="*/ 1042917 h 1660203"/>
              <a:gd name="connsiteX1569" fmla="*/ 1505723 w 6320274"/>
              <a:gd name="connsiteY1569" fmla="*/ 1029692 h 1660203"/>
              <a:gd name="connsiteX1570" fmla="*/ 1462308 w 6320274"/>
              <a:gd name="connsiteY1570" fmla="*/ 1011731 h 1660203"/>
              <a:gd name="connsiteX1571" fmla="*/ 1468906 w 6320274"/>
              <a:gd name="connsiteY1571" fmla="*/ 1004770 h 1660203"/>
              <a:gd name="connsiteX1572" fmla="*/ 1459680 w 6320274"/>
              <a:gd name="connsiteY1572" fmla="*/ 1011179 h 1660203"/>
              <a:gd name="connsiteX1573" fmla="*/ 1447770 w 6320274"/>
              <a:gd name="connsiteY1573" fmla="*/ 1001122 h 1660203"/>
              <a:gd name="connsiteX1574" fmla="*/ 1452284 w 6320274"/>
              <a:gd name="connsiteY1574" fmla="*/ 990986 h 1660203"/>
              <a:gd name="connsiteX1575" fmla="*/ 1352260 w 6320274"/>
              <a:gd name="connsiteY1575" fmla="*/ 936390 h 1660203"/>
              <a:gd name="connsiteX1576" fmla="*/ 1298675 w 6320274"/>
              <a:gd name="connsiteY1576" fmla="*/ 913883 h 1660203"/>
              <a:gd name="connsiteX1577" fmla="*/ 1306071 w 6320274"/>
              <a:gd name="connsiteY1577" fmla="*/ 901475 h 1660203"/>
              <a:gd name="connsiteX1578" fmla="*/ 1276453 w 6320274"/>
              <a:gd name="connsiteY1578" fmla="*/ 882881 h 1660203"/>
              <a:gd name="connsiteX1579" fmla="*/ 1280966 w 6320274"/>
              <a:gd name="connsiteY1579" fmla="*/ 872744 h 1660203"/>
              <a:gd name="connsiteX1580" fmla="*/ 1244946 w 6320274"/>
              <a:gd name="connsiteY1580" fmla="*/ 809777 h 1660203"/>
              <a:gd name="connsiteX1581" fmla="*/ 1247429 w 6320274"/>
              <a:gd name="connsiteY1581" fmla="*/ 793930 h 1660203"/>
              <a:gd name="connsiteX1582" fmla="*/ 1202780 w 6320274"/>
              <a:gd name="connsiteY1582" fmla="*/ 732212 h 1660203"/>
              <a:gd name="connsiteX1583" fmla="*/ 1175389 w 6320274"/>
              <a:gd name="connsiteY1583" fmla="*/ 700594 h 1660203"/>
              <a:gd name="connsiteX1584" fmla="*/ 1137627 w 6320274"/>
              <a:gd name="connsiteY1584" fmla="*/ 632118 h 1660203"/>
              <a:gd name="connsiteX1585" fmla="*/ 1115404 w 6320274"/>
              <a:gd name="connsiteY1585" fmla="*/ 601116 h 1660203"/>
              <a:gd name="connsiteX1586" fmla="*/ 1007093 w 6320274"/>
              <a:gd name="connsiteY1586" fmla="*/ 512837 h 1660203"/>
              <a:gd name="connsiteX1587" fmla="*/ 1011606 w 6320274"/>
              <a:gd name="connsiteY1587" fmla="*/ 502700 h 1660203"/>
              <a:gd name="connsiteX1588" fmla="*/ 958908 w 6320274"/>
              <a:gd name="connsiteY1588" fmla="*/ 475237 h 1660203"/>
              <a:gd name="connsiteX1589" fmla="*/ 926605 w 6320274"/>
              <a:gd name="connsiteY1589" fmla="*/ 440179 h 1660203"/>
              <a:gd name="connsiteX1590" fmla="*/ 931372 w 6320274"/>
              <a:gd name="connsiteY1590" fmla="*/ 427218 h 1660203"/>
              <a:gd name="connsiteX1591" fmla="*/ 898634 w 6320274"/>
              <a:gd name="connsiteY1591" fmla="*/ 342958 h 1660203"/>
              <a:gd name="connsiteX1592" fmla="*/ 908114 w 6320274"/>
              <a:gd name="connsiteY1592" fmla="*/ 333726 h 1660203"/>
              <a:gd name="connsiteX1593" fmla="*/ 928812 w 6320274"/>
              <a:gd name="connsiteY1593" fmla="*/ 222972 h 1660203"/>
              <a:gd name="connsiteX1594" fmla="*/ 901473 w 6320274"/>
              <a:gd name="connsiteY1594" fmla="*/ 156218 h 1660203"/>
              <a:gd name="connsiteX1595" fmla="*/ 903413 w 6320274"/>
              <a:gd name="connsiteY1595" fmla="*/ 142993 h 1660203"/>
              <a:gd name="connsiteX1596" fmla="*/ 854394 w 6320274"/>
              <a:gd name="connsiteY1596" fmla="*/ 42615 h 1660203"/>
              <a:gd name="connsiteX1597" fmla="*/ 875619 w 6320274"/>
              <a:gd name="connsiteY1597" fmla="*/ 0 h 1660203"/>
              <a:gd name="connsiteX1598" fmla="*/ 864253 w 6320274"/>
              <a:gd name="connsiteY1598" fmla="*/ 19922 h 1660203"/>
              <a:gd name="connsiteX1599" fmla="*/ 887819 w 6320274"/>
              <a:gd name="connsiteY1599" fmla="*/ 42857 h 1660203"/>
              <a:gd name="connsiteX1600" fmla="*/ 885336 w 6320274"/>
              <a:gd name="connsiteY1600" fmla="*/ 58704 h 1660203"/>
              <a:gd name="connsiteX1601" fmla="*/ 1106126 w 6320274"/>
              <a:gd name="connsiteY1601" fmla="*/ 209014 h 1660203"/>
              <a:gd name="connsiteX1602" fmla="*/ 1234194 w 6320274"/>
              <a:gd name="connsiteY1602" fmla="*/ 208185 h 1660203"/>
              <a:gd name="connsiteX1603" fmla="*/ 1389161 w 6320274"/>
              <a:gd name="connsiteY1603" fmla="*/ 173861 h 1660203"/>
              <a:gd name="connsiteX1604" fmla="*/ 1433172 w 6320274"/>
              <a:gd name="connsiteY1604" fmla="*/ 154064 h 1660203"/>
              <a:gd name="connsiteX1605" fmla="*/ 1641466 w 6320274"/>
              <a:gd name="connsiteY1605" fmla="*/ 145071 h 1660203"/>
              <a:gd name="connsiteX1606" fmla="*/ 1667370 w 6320274"/>
              <a:gd name="connsiteY1606" fmla="*/ 135757 h 1660203"/>
              <a:gd name="connsiteX1607" fmla="*/ 1794894 w 6320274"/>
              <a:gd name="connsiteY1607" fmla="*/ 137549 h 1660203"/>
              <a:gd name="connsiteX1608" fmla="*/ 1942608 w 6320274"/>
              <a:gd name="connsiteY1608" fmla="*/ 132033 h 1660203"/>
              <a:gd name="connsiteX1609" fmla="*/ 2154729 w 6320274"/>
              <a:gd name="connsiteY1609" fmla="*/ 131724 h 1660203"/>
              <a:gd name="connsiteX1610" fmla="*/ 2227474 w 6320274"/>
              <a:gd name="connsiteY1610" fmla="*/ 135478 h 1660203"/>
              <a:gd name="connsiteX1611" fmla="*/ 2415127 w 6320274"/>
              <a:gd name="connsiteY1611" fmla="*/ 220550 h 1660203"/>
              <a:gd name="connsiteX1612" fmla="*/ 2478535 w 6320274"/>
              <a:gd name="connsiteY1612" fmla="*/ 249936 h 1660203"/>
              <a:gd name="connsiteX1613" fmla="*/ 2625946 w 6320274"/>
              <a:gd name="connsiteY1613" fmla="*/ 347579 h 1660203"/>
              <a:gd name="connsiteX1614" fmla="*/ 2625546 w 6320274"/>
              <a:gd name="connsiteY1614" fmla="*/ 334001 h 1660203"/>
              <a:gd name="connsiteX1615" fmla="*/ 2921470 w 6320274"/>
              <a:gd name="connsiteY1615" fmla="*/ 388083 h 1660203"/>
              <a:gd name="connsiteX1616" fmla="*/ 3301793 w 6320274"/>
              <a:gd name="connsiteY1616" fmla="*/ 458797 h 1660203"/>
              <a:gd name="connsiteX1617" fmla="*/ 3308790 w 6320274"/>
              <a:gd name="connsiteY1617" fmla="*/ 465412 h 1660203"/>
              <a:gd name="connsiteX1618" fmla="*/ 3638650 w 6320274"/>
              <a:gd name="connsiteY1618" fmla="*/ 579285 h 1660203"/>
              <a:gd name="connsiteX1619" fmla="*/ 3774004 w 6320274"/>
              <a:gd name="connsiteY1619" fmla="*/ 650471 h 1660203"/>
              <a:gd name="connsiteX1620" fmla="*/ 3862520 w 6320274"/>
              <a:gd name="connsiteY1620" fmla="*/ 708589 h 1660203"/>
              <a:gd name="connsiteX1621" fmla="*/ 3922903 w 6320274"/>
              <a:gd name="connsiteY1621" fmla="*/ 789044 h 1660203"/>
              <a:gd name="connsiteX1622" fmla="*/ 3961406 w 6320274"/>
              <a:gd name="connsiteY1622" fmla="*/ 836165 h 1660203"/>
              <a:gd name="connsiteX1623" fmla="*/ 3982889 w 6320274"/>
              <a:gd name="connsiteY1623" fmla="*/ 888524 h 1660203"/>
              <a:gd name="connsiteX1624" fmla="*/ 4005910 w 6320274"/>
              <a:gd name="connsiteY1624" fmla="*/ 914080 h 1660203"/>
              <a:gd name="connsiteX1625" fmla="*/ 4004968 w 6320274"/>
              <a:gd name="connsiteY1625" fmla="*/ 935724 h 1660203"/>
              <a:gd name="connsiteX1626" fmla="*/ 4025506 w 6320274"/>
              <a:gd name="connsiteY1626" fmla="*/ 977128 h 1660203"/>
              <a:gd name="connsiteX1627" fmla="*/ 4021937 w 6320274"/>
              <a:gd name="connsiteY1627" fmla="*/ 998219 h 1660203"/>
              <a:gd name="connsiteX1628" fmla="*/ 4084498 w 6320274"/>
              <a:gd name="connsiteY1628" fmla="*/ 1133386 h 1660203"/>
              <a:gd name="connsiteX1629" fmla="*/ 4122150 w 6320274"/>
              <a:gd name="connsiteY1629" fmla="*/ 1221087 h 1660203"/>
              <a:gd name="connsiteX1630" fmla="*/ 4172059 w 6320274"/>
              <a:gd name="connsiteY1630" fmla="*/ 1367555 h 1660203"/>
              <a:gd name="connsiteX1631" fmla="*/ 4185949 w 6320274"/>
              <a:gd name="connsiteY1631" fmla="*/ 1483655 h 1660203"/>
              <a:gd name="connsiteX1632" fmla="*/ 4171012 w 6320274"/>
              <a:gd name="connsiteY1632" fmla="*/ 1492068 h 1660203"/>
              <a:gd name="connsiteX1633" fmla="*/ 4178502 w 6320274"/>
              <a:gd name="connsiteY1633" fmla="*/ 1531198 h 1660203"/>
              <a:gd name="connsiteX1634" fmla="*/ 4234966 w 6320274"/>
              <a:gd name="connsiteY1634" fmla="*/ 1551433 h 1660203"/>
              <a:gd name="connsiteX1635" fmla="*/ 4254271 w 6320274"/>
              <a:gd name="connsiteY1635" fmla="*/ 1549081 h 1660203"/>
              <a:gd name="connsiteX1636" fmla="*/ 4239879 w 6320274"/>
              <a:gd name="connsiteY1636" fmla="*/ 1554873 h 1660203"/>
              <a:gd name="connsiteX1637" fmla="*/ 4286866 w 6320274"/>
              <a:gd name="connsiteY1637" fmla="*/ 1584342 h 1660203"/>
              <a:gd name="connsiteX1638" fmla="*/ 4264388 w 6320274"/>
              <a:gd name="connsiteY1638" fmla="*/ 1588763 h 1660203"/>
              <a:gd name="connsiteX1639" fmla="*/ 4373296 w 6320274"/>
              <a:gd name="connsiteY1639" fmla="*/ 1639286 h 1660203"/>
              <a:gd name="connsiteX1640" fmla="*/ 4271980 w 6320274"/>
              <a:gd name="connsiteY1640" fmla="*/ 1525022 h 1660203"/>
              <a:gd name="connsiteX1641" fmla="*/ 4324023 w 6320274"/>
              <a:gd name="connsiteY1641" fmla="*/ 1574330 h 1660203"/>
              <a:gd name="connsiteX1642" fmla="*/ 4437284 w 6320274"/>
              <a:gd name="connsiteY1642" fmla="*/ 1659186 h 1660203"/>
              <a:gd name="connsiteX1643" fmla="*/ 4440733 w 6320274"/>
              <a:gd name="connsiteY1643" fmla="*/ 1660203 h 1660203"/>
              <a:gd name="connsiteX1644" fmla="*/ 4311269 w 6320274"/>
              <a:gd name="connsiteY1644" fmla="*/ 1660203 h 1660203"/>
              <a:gd name="connsiteX1645" fmla="*/ 4255869 w 6320274"/>
              <a:gd name="connsiteY1645" fmla="*/ 1650139 h 1660203"/>
              <a:gd name="connsiteX1646" fmla="*/ 4275711 w 6320274"/>
              <a:gd name="connsiteY1646" fmla="*/ 1660203 h 1660203"/>
              <a:gd name="connsiteX1647" fmla="*/ 4237601 w 6320274"/>
              <a:gd name="connsiteY1647" fmla="*/ 1660203 h 1660203"/>
              <a:gd name="connsiteX1648" fmla="*/ 4201448 w 6320274"/>
              <a:gd name="connsiteY1648" fmla="*/ 1644204 h 1660203"/>
              <a:gd name="connsiteX1649" fmla="*/ 4203133 w 6320274"/>
              <a:gd name="connsiteY1649" fmla="*/ 1633802 h 1660203"/>
              <a:gd name="connsiteX1650" fmla="*/ 4161350 w 6320274"/>
              <a:gd name="connsiteY1650" fmla="*/ 1640575 h 1660203"/>
              <a:gd name="connsiteX1651" fmla="*/ 4159411 w 6320274"/>
              <a:gd name="connsiteY1651" fmla="*/ 1653800 h 1660203"/>
              <a:gd name="connsiteX1652" fmla="*/ 4186003 w 6320274"/>
              <a:gd name="connsiteY1652" fmla="*/ 1658266 h 1660203"/>
              <a:gd name="connsiteX1653" fmla="*/ 4163910 w 6320274"/>
              <a:gd name="connsiteY1653" fmla="*/ 1658486 h 1660203"/>
              <a:gd name="connsiteX1654" fmla="*/ 4159406 w 6320274"/>
              <a:gd name="connsiteY1654" fmla="*/ 1660203 h 1660203"/>
              <a:gd name="connsiteX1655" fmla="*/ 4117678 w 6320274"/>
              <a:gd name="connsiteY1655" fmla="*/ 1660203 h 1660203"/>
              <a:gd name="connsiteX1656" fmla="*/ 4119669 w 6320274"/>
              <a:gd name="connsiteY1656" fmla="*/ 1657660 h 1660203"/>
              <a:gd name="connsiteX1657" fmla="*/ 4137964 w 6320274"/>
              <a:gd name="connsiteY1657" fmla="*/ 1637068 h 1660203"/>
              <a:gd name="connsiteX1658" fmla="*/ 4094151 w 6320274"/>
              <a:gd name="connsiteY1658" fmla="*/ 1638130 h 1660203"/>
              <a:gd name="connsiteX1659" fmla="*/ 4088214 w 6320274"/>
              <a:gd name="connsiteY1659" fmla="*/ 1660203 h 1660203"/>
              <a:gd name="connsiteX1660" fmla="*/ 4068502 w 6320274"/>
              <a:gd name="connsiteY1660" fmla="*/ 1660203 h 1660203"/>
              <a:gd name="connsiteX1661" fmla="*/ 4068928 w 6320274"/>
              <a:gd name="connsiteY1661" fmla="*/ 1656928 h 1660203"/>
              <a:gd name="connsiteX1662" fmla="*/ 4055676 w 6320274"/>
              <a:gd name="connsiteY1662" fmla="*/ 1654941 h 1660203"/>
              <a:gd name="connsiteX1663" fmla="*/ 4064559 w 6320274"/>
              <a:gd name="connsiteY1663" fmla="*/ 1650866 h 1660203"/>
              <a:gd name="connsiteX1664" fmla="*/ 4037966 w 6320274"/>
              <a:gd name="connsiteY1664" fmla="*/ 1613802 h 1660203"/>
              <a:gd name="connsiteX1665" fmla="*/ 3997179 w 6320274"/>
              <a:gd name="connsiteY1665" fmla="*/ 1563795 h 1660203"/>
              <a:gd name="connsiteX1666" fmla="*/ 3938137 w 6320274"/>
              <a:gd name="connsiteY1666" fmla="*/ 1507871 h 1660203"/>
              <a:gd name="connsiteX1667" fmla="*/ 3671049 w 6320274"/>
              <a:gd name="connsiteY1667" fmla="*/ 1309272 h 1660203"/>
              <a:gd name="connsiteX1668" fmla="*/ 3787099 w 6320274"/>
              <a:gd name="connsiteY1668" fmla="*/ 1382811 h 1660203"/>
              <a:gd name="connsiteX1669" fmla="*/ 4011062 w 6320274"/>
              <a:gd name="connsiteY1669" fmla="*/ 1563652 h 1660203"/>
              <a:gd name="connsiteX1670" fmla="*/ 4072533 w 6320274"/>
              <a:gd name="connsiteY1670" fmla="*/ 1638863 h 1660203"/>
              <a:gd name="connsiteX1671" fmla="*/ 4058991 w 6320274"/>
              <a:gd name="connsiteY1671" fmla="*/ 1604075 h 1660203"/>
              <a:gd name="connsiteX1672" fmla="*/ 3976183 w 6320274"/>
              <a:gd name="connsiteY1672" fmla="*/ 1492904 h 1660203"/>
              <a:gd name="connsiteX1673" fmla="*/ 3955645 w 6320274"/>
              <a:gd name="connsiteY1673" fmla="*/ 1484100 h 1660203"/>
              <a:gd name="connsiteX1674" fmla="*/ 3945418 w 6320274"/>
              <a:gd name="connsiteY1674" fmla="*/ 1463642 h 1660203"/>
              <a:gd name="connsiteX1675" fmla="*/ 3880811 w 6320274"/>
              <a:gd name="connsiteY1675" fmla="*/ 1426124 h 1660203"/>
              <a:gd name="connsiteX1676" fmla="*/ 3879868 w 6320274"/>
              <a:gd name="connsiteY1676" fmla="*/ 1415170 h 1660203"/>
              <a:gd name="connsiteX1677" fmla="*/ 3859075 w 6320274"/>
              <a:gd name="connsiteY1677" fmla="*/ 1409189 h 1660203"/>
              <a:gd name="connsiteX1678" fmla="*/ 3932109 w 6320274"/>
              <a:gd name="connsiteY1678" fmla="*/ 1445745 h 1660203"/>
              <a:gd name="connsiteX1679" fmla="*/ 3891033 w 6320274"/>
              <a:gd name="connsiteY1679" fmla="*/ 1395536 h 1660203"/>
              <a:gd name="connsiteX1680" fmla="*/ 3892374 w 6320274"/>
              <a:gd name="connsiteY1680" fmla="*/ 1387468 h 1660203"/>
              <a:gd name="connsiteX1681" fmla="*/ 3840874 w 6320274"/>
              <a:gd name="connsiteY1681" fmla="*/ 1335537 h 1660203"/>
              <a:gd name="connsiteX1682" fmla="*/ 3831846 w 6320274"/>
              <a:gd name="connsiteY1682" fmla="*/ 1290612 h 1660203"/>
              <a:gd name="connsiteX1683" fmla="*/ 3776920 w 6320274"/>
              <a:gd name="connsiteY1683" fmla="*/ 1243574 h 1660203"/>
              <a:gd name="connsiteX1684" fmla="*/ 3786943 w 6320274"/>
              <a:gd name="connsiteY1684" fmla="*/ 1231719 h 1660203"/>
              <a:gd name="connsiteX1685" fmla="*/ 3710680 w 6320274"/>
              <a:gd name="connsiteY1685" fmla="*/ 1181322 h 1660203"/>
              <a:gd name="connsiteX1686" fmla="*/ 3773146 w 6320274"/>
              <a:gd name="connsiteY1686" fmla="*/ 1232353 h 1660203"/>
              <a:gd name="connsiteX1687" fmla="*/ 3622057 w 6320274"/>
              <a:gd name="connsiteY1687" fmla="*/ 1175027 h 1660203"/>
              <a:gd name="connsiteX1688" fmla="*/ 3650934 w 6320274"/>
              <a:gd name="connsiteY1688" fmla="*/ 1182380 h 1660203"/>
              <a:gd name="connsiteX1689" fmla="*/ 3576106 w 6320274"/>
              <a:gd name="connsiteY1689" fmla="*/ 1175451 h 1660203"/>
              <a:gd name="connsiteX1690" fmla="*/ 3576506 w 6320274"/>
              <a:gd name="connsiteY1690" fmla="*/ 1189027 h 1660203"/>
              <a:gd name="connsiteX1691" fmla="*/ 3548716 w 6320274"/>
              <a:gd name="connsiteY1691" fmla="*/ 1176432 h 1660203"/>
              <a:gd name="connsiteX1692" fmla="*/ 3327621 w 6320274"/>
              <a:gd name="connsiteY1692" fmla="*/ 1129279 h 1660203"/>
              <a:gd name="connsiteX1693" fmla="*/ 3306139 w 6320274"/>
              <a:gd name="connsiteY1693" fmla="*/ 1109520 h 1660203"/>
              <a:gd name="connsiteX1694" fmla="*/ 3099578 w 6320274"/>
              <a:gd name="connsiteY1694" fmla="*/ 1007777 h 1660203"/>
              <a:gd name="connsiteX1695" fmla="*/ 3094520 w 6320274"/>
              <a:gd name="connsiteY1695" fmla="*/ 987937 h 1660203"/>
              <a:gd name="connsiteX1696" fmla="*/ 3050161 w 6320274"/>
              <a:gd name="connsiteY1696" fmla="*/ 926422 h 1660203"/>
              <a:gd name="connsiteX1697" fmla="*/ 2990976 w 6320274"/>
              <a:gd name="connsiteY1697" fmla="*/ 854098 h 1660203"/>
              <a:gd name="connsiteX1698" fmla="*/ 2968897 w 6320274"/>
              <a:gd name="connsiteY1698" fmla="*/ 839495 h 1660203"/>
              <a:gd name="connsiteX1699" fmla="*/ 2933277 w 6320274"/>
              <a:gd name="connsiteY1699" fmla="*/ 790105 h 1660203"/>
              <a:gd name="connsiteX1700" fmla="*/ 2907825 w 6320274"/>
              <a:gd name="connsiteY1700" fmla="*/ 777860 h 1660203"/>
              <a:gd name="connsiteX1701" fmla="*/ 2910997 w 6320274"/>
              <a:gd name="connsiteY1701" fmla="*/ 775791 h 1660203"/>
              <a:gd name="connsiteX1702" fmla="*/ 2899088 w 6320274"/>
              <a:gd name="connsiteY1702" fmla="*/ 765737 h 1660203"/>
              <a:gd name="connsiteX1703" fmla="*/ 2877750 w 6320274"/>
              <a:gd name="connsiteY1703" fmla="*/ 729778 h 1660203"/>
              <a:gd name="connsiteX1704" fmla="*/ 2849126 w 6320274"/>
              <a:gd name="connsiteY1704" fmla="*/ 687003 h 1660203"/>
              <a:gd name="connsiteX1705" fmla="*/ 2828189 w 6320274"/>
              <a:gd name="connsiteY1705" fmla="*/ 664622 h 1660203"/>
              <a:gd name="connsiteX1706" fmla="*/ 2855035 w 6320274"/>
              <a:gd name="connsiteY1706" fmla="*/ 666262 h 1660203"/>
              <a:gd name="connsiteX1707" fmla="*/ 2834096 w 6320274"/>
              <a:gd name="connsiteY1707" fmla="*/ 611281 h 1660203"/>
              <a:gd name="connsiteX1708" fmla="*/ 2814445 w 6320274"/>
              <a:gd name="connsiteY1708" fmla="*/ 597521 h 1660203"/>
              <a:gd name="connsiteX1709" fmla="*/ 2818414 w 6320274"/>
              <a:gd name="connsiteY1709" fmla="*/ 590006 h 1660203"/>
              <a:gd name="connsiteX1710" fmla="*/ 2741607 w 6320274"/>
              <a:gd name="connsiteY1710" fmla="*/ 509632 h 1660203"/>
              <a:gd name="connsiteX1711" fmla="*/ 2737093 w 6320274"/>
              <a:gd name="connsiteY1711" fmla="*/ 487169 h 1660203"/>
              <a:gd name="connsiteX1712" fmla="*/ 2722010 w 6320274"/>
              <a:gd name="connsiteY1712" fmla="*/ 479183 h 1660203"/>
              <a:gd name="connsiteX1713" fmla="*/ 2654232 w 6320274"/>
              <a:gd name="connsiteY1713" fmla="*/ 411135 h 1660203"/>
              <a:gd name="connsiteX1714" fmla="*/ 2481769 w 6320274"/>
              <a:gd name="connsiteY1714" fmla="*/ 282226 h 1660203"/>
              <a:gd name="connsiteX1715" fmla="*/ 2460287 w 6320274"/>
              <a:gd name="connsiteY1715" fmla="*/ 262466 h 1660203"/>
              <a:gd name="connsiteX1716" fmla="*/ 2399707 w 6320274"/>
              <a:gd name="connsiteY1716" fmla="*/ 233344 h 1660203"/>
              <a:gd name="connsiteX1717" fmla="*/ 2152963 w 6320274"/>
              <a:gd name="connsiteY1717" fmla="*/ 160082 h 1660203"/>
              <a:gd name="connsiteX1718" fmla="*/ 1922677 w 6320274"/>
              <a:gd name="connsiteY1718" fmla="*/ 154964 h 1660203"/>
              <a:gd name="connsiteX1719" fmla="*/ 1333899 w 6320274"/>
              <a:gd name="connsiteY1719" fmla="*/ 212802 h 1660203"/>
              <a:gd name="connsiteX1720" fmla="*/ 1312221 w 6320274"/>
              <a:gd name="connsiteY1720" fmla="*/ 211777 h 1660203"/>
              <a:gd name="connsiteX1721" fmla="*/ 1190009 w 6320274"/>
              <a:gd name="connsiteY1721" fmla="*/ 227002 h 1660203"/>
              <a:gd name="connsiteX1722" fmla="*/ 1066853 w 6320274"/>
              <a:gd name="connsiteY1722" fmla="*/ 231270 h 1660203"/>
              <a:gd name="connsiteX1723" fmla="*/ 936557 w 6320274"/>
              <a:gd name="connsiteY1723" fmla="*/ 179926 h 1660203"/>
              <a:gd name="connsiteX1724" fmla="*/ 951638 w 6320274"/>
              <a:gd name="connsiteY1724" fmla="*/ 220511 h 1660203"/>
              <a:gd name="connsiteX1725" fmla="*/ 1047549 w 6320274"/>
              <a:gd name="connsiteY1725" fmla="*/ 266222 h 1660203"/>
              <a:gd name="connsiteX1726" fmla="*/ 938787 w 6320274"/>
              <a:gd name="connsiteY1726" fmla="*/ 232100 h 1660203"/>
              <a:gd name="connsiteX1727" fmla="*/ 956298 w 6320274"/>
              <a:gd name="connsiteY1727" fmla="*/ 259375 h 1660203"/>
              <a:gd name="connsiteX1728" fmla="*/ 939874 w 6320274"/>
              <a:gd name="connsiteY1728" fmla="*/ 259456 h 1660203"/>
              <a:gd name="connsiteX1729" fmla="*/ 977635 w 6320274"/>
              <a:gd name="connsiteY1729" fmla="*/ 295332 h 1660203"/>
              <a:gd name="connsiteX1730" fmla="*/ 1314892 w 6320274"/>
              <a:gd name="connsiteY1730" fmla="*/ 396799 h 1660203"/>
              <a:gd name="connsiteX1731" fmla="*/ 1258570 w 6320274"/>
              <a:gd name="connsiteY1731" fmla="*/ 392963 h 1660203"/>
              <a:gd name="connsiteX1732" fmla="*/ 996488 w 6320274"/>
              <a:gd name="connsiteY1732" fmla="*/ 314539 h 1660203"/>
              <a:gd name="connsiteX1733" fmla="*/ 928710 w 6320274"/>
              <a:gd name="connsiteY1733" fmla="*/ 279090 h 1660203"/>
              <a:gd name="connsiteX1734" fmla="*/ 922005 w 6320274"/>
              <a:gd name="connsiteY1734" fmla="*/ 337876 h 1660203"/>
              <a:gd name="connsiteX1735" fmla="*/ 1377248 w 6320274"/>
              <a:gd name="connsiteY1735" fmla="*/ 467054 h 1660203"/>
              <a:gd name="connsiteX1736" fmla="*/ 924233 w 6320274"/>
              <a:gd name="connsiteY1736" fmla="*/ 357451 h 1660203"/>
              <a:gd name="connsiteX1737" fmla="*/ 919523 w 6320274"/>
              <a:gd name="connsiteY1737" fmla="*/ 386323 h 1660203"/>
              <a:gd name="connsiteX1738" fmla="*/ 1041285 w 6320274"/>
              <a:gd name="connsiteY1738" fmla="*/ 457855 h 1660203"/>
              <a:gd name="connsiteX1739" fmla="*/ 1450321 w 6320274"/>
              <a:gd name="connsiteY1739" fmla="*/ 573204 h 1660203"/>
              <a:gd name="connsiteX1740" fmla="*/ 1583725 w 6320274"/>
              <a:gd name="connsiteY1740" fmla="*/ 590755 h 1660203"/>
              <a:gd name="connsiteX1741" fmla="*/ 1473389 w 6320274"/>
              <a:gd name="connsiteY1741" fmla="*/ 582655 h 1660203"/>
              <a:gd name="connsiteX1742" fmla="*/ 1007722 w 6320274"/>
              <a:gd name="connsiteY1742" fmla="*/ 445506 h 1660203"/>
              <a:gd name="connsiteX1743" fmla="*/ 959394 w 6320274"/>
              <a:gd name="connsiteY1743" fmla="*/ 424106 h 1660203"/>
              <a:gd name="connsiteX1744" fmla="*/ 936518 w 6320274"/>
              <a:gd name="connsiteY1744" fmla="*/ 414951 h 1660203"/>
              <a:gd name="connsiteX1745" fmla="*/ 1082933 w 6320274"/>
              <a:gd name="connsiteY1745" fmla="*/ 536774 h 1660203"/>
              <a:gd name="connsiteX1746" fmla="*/ 1359151 w 6320274"/>
              <a:gd name="connsiteY1746" fmla="*/ 612229 h 1660203"/>
              <a:gd name="connsiteX1747" fmla="*/ 1829440 w 6320274"/>
              <a:gd name="connsiteY1747" fmla="*/ 681170 h 1660203"/>
              <a:gd name="connsiteX1748" fmla="*/ 1759325 w 6320274"/>
              <a:gd name="connsiteY1748" fmla="*/ 677969 h 1660203"/>
              <a:gd name="connsiteX1749" fmla="*/ 1081590 w 6320274"/>
              <a:gd name="connsiteY1749" fmla="*/ 544841 h 1660203"/>
              <a:gd name="connsiteX1750" fmla="*/ 1116267 w 6320274"/>
              <a:gd name="connsiteY1750" fmla="*/ 583276 h 1660203"/>
              <a:gd name="connsiteX1751" fmla="*/ 1157055 w 6320274"/>
              <a:gd name="connsiteY1751" fmla="*/ 633283 h 1660203"/>
              <a:gd name="connsiteX1752" fmla="*/ 1361874 w 6320274"/>
              <a:gd name="connsiteY1752" fmla="*/ 729516 h 1660203"/>
              <a:gd name="connsiteX1753" fmla="*/ 1598902 w 6320274"/>
              <a:gd name="connsiteY1753" fmla="*/ 776673 h 1660203"/>
              <a:gd name="connsiteX1754" fmla="*/ 1789038 w 6320274"/>
              <a:gd name="connsiteY1754" fmla="*/ 813298 h 1660203"/>
              <a:gd name="connsiteX1755" fmla="*/ 1493514 w 6320274"/>
              <a:gd name="connsiteY1755" fmla="*/ 772794 h 1660203"/>
              <a:gd name="connsiteX1756" fmla="*/ 1468352 w 6320274"/>
              <a:gd name="connsiteY1756" fmla="*/ 760751 h 1660203"/>
              <a:gd name="connsiteX1757" fmla="*/ 1370157 w 6320274"/>
              <a:gd name="connsiteY1757" fmla="*/ 744752 h 1660203"/>
              <a:gd name="connsiteX1758" fmla="*/ 1181363 w 6320274"/>
              <a:gd name="connsiteY1758" fmla="*/ 667460 h 1660203"/>
              <a:gd name="connsiteX1759" fmla="*/ 1268685 w 6320274"/>
              <a:gd name="connsiteY1759" fmla="*/ 801092 h 1660203"/>
              <a:gd name="connsiteX1760" fmla="*/ 1288426 w 6320274"/>
              <a:gd name="connsiteY1760" fmla="*/ 847943 h 1660203"/>
              <a:gd name="connsiteX1761" fmla="*/ 1283658 w 6320274"/>
              <a:gd name="connsiteY1761" fmla="*/ 860903 h 1660203"/>
              <a:gd name="connsiteX1762" fmla="*/ 1441693 w 6320274"/>
              <a:gd name="connsiteY1762" fmla="*/ 959980 h 1660203"/>
              <a:gd name="connsiteX1763" fmla="*/ 1515526 w 6320274"/>
              <a:gd name="connsiteY1763" fmla="*/ 1023688 h 1660203"/>
              <a:gd name="connsiteX1764" fmla="*/ 1760043 w 6320274"/>
              <a:gd name="connsiteY1764" fmla="*/ 1109973 h 1660203"/>
              <a:gd name="connsiteX1765" fmla="*/ 2366230 w 6320274"/>
              <a:gd name="connsiteY1765" fmla="*/ 1214879 h 1660203"/>
              <a:gd name="connsiteX1766" fmla="*/ 2100724 w 6320274"/>
              <a:gd name="connsiteY1766" fmla="*/ 1173947 h 1660203"/>
              <a:gd name="connsiteX1767" fmla="*/ 2506899 w 6320274"/>
              <a:gd name="connsiteY1767" fmla="*/ 1303082 h 1660203"/>
              <a:gd name="connsiteX1768" fmla="*/ 2254985 w 6320274"/>
              <a:gd name="connsiteY1768" fmla="*/ 1229204 h 1660203"/>
              <a:gd name="connsiteX1769" fmla="*/ 2067280 w 6320274"/>
              <a:gd name="connsiteY1769" fmla="*/ 1179268 h 1660203"/>
              <a:gd name="connsiteX1770" fmla="*/ 2068079 w 6320274"/>
              <a:gd name="connsiteY1770" fmla="*/ 1173822 h 1660203"/>
              <a:gd name="connsiteX1771" fmla="*/ 1779695 w 6320274"/>
              <a:gd name="connsiteY1771" fmla="*/ 1123733 h 1660203"/>
              <a:gd name="connsiteX1772" fmla="*/ 1749423 w 6320274"/>
              <a:gd name="connsiteY1772" fmla="*/ 1126985 h 1660203"/>
              <a:gd name="connsiteX1773" fmla="*/ 1731714 w 6320274"/>
              <a:gd name="connsiteY1773" fmla="*/ 1118447 h 1660203"/>
              <a:gd name="connsiteX1774" fmla="*/ 1674850 w 6320274"/>
              <a:gd name="connsiteY1774" fmla="*/ 1117233 h 1660203"/>
              <a:gd name="connsiteX1775" fmla="*/ 1716378 w 6320274"/>
              <a:gd name="connsiteY1775" fmla="*/ 1113284 h 1660203"/>
              <a:gd name="connsiteX1776" fmla="*/ 1546236 w 6320274"/>
              <a:gd name="connsiteY1776" fmla="*/ 1055486 h 1660203"/>
              <a:gd name="connsiteX1777" fmla="*/ 1577743 w 6320274"/>
              <a:gd name="connsiteY1777" fmla="*/ 1095990 h 1660203"/>
              <a:gd name="connsiteX1778" fmla="*/ 1673601 w 6320274"/>
              <a:gd name="connsiteY1778" fmla="*/ 1176837 h 1660203"/>
              <a:gd name="connsiteX1779" fmla="*/ 1724014 w 6320274"/>
              <a:gd name="connsiteY1779" fmla="*/ 1234012 h 1660203"/>
              <a:gd name="connsiteX1780" fmla="*/ 1758689 w 6320274"/>
              <a:gd name="connsiteY1780" fmla="*/ 1272447 h 1660203"/>
              <a:gd name="connsiteX1781" fmla="*/ 1832523 w 6320274"/>
              <a:gd name="connsiteY1781" fmla="*/ 1336156 h 1660203"/>
              <a:gd name="connsiteX1782" fmla="*/ 1924861 w 6320274"/>
              <a:gd name="connsiteY1782" fmla="*/ 1370358 h 1660203"/>
              <a:gd name="connsiteX1783" fmla="*/ 1988272 w 6320274"/>
              <a:gd name="connsiteY1783" fmla="*/ 1399746 h 1660203"/>
              <a:gd name="connsiteX1784" fmla="*/ 2002265 w 6320274"/>
              <a:gd name="connsiteY1784" fmla="*/ 1412976 h 1660203"/>
              <a:gd name="connsiteX1785" fmla="*/ 2153898 w 6320274"/>
              <a:gd name="connsiteY1785" fmla="*/ 1435080 h 1660203"/>
              <a:gd name="connsiteX1786" fmla="*/ 2176376 w 6320274"/>
              <a:gd name="connsiteY1786" fmla="*/ 1430659 h 1660203"/>
              <a:gd name="connsiteX1787" fmla="*/ 2331980 w 6320274"/>
              <a:gd name="connsiteY1787" fmla="*/ 1477849 h 1660203"/>
              <a:gd name="connsiteX1788" fmla="*/ 2470215 w 6320274"/>
              <a:gd name="connsiteY1788" fmla="*/ 1481566 h 1660203"/>
              <a:gd name="connsiteX1789" fmla="*/ 2582804 w 6320274"/>
              <a:gd name="connsiteY1789" fmla="*/ 1491772 h 1660203"/>
              <a:gd name="connsiteX1790" fmla="*/ 2787238 w 6320274"/>
              <a:gd name="connsiteY1790" fmla="*/ 1471069 h 1660203"/>
              <a:gd name="connsiteX1791" fmla="*/ 2744622 w 6320274"/>
              <a:gd name="connsiteY1791" fmla="*/ 1447663 h 1660203"/>
              <a:gd name="connsiteX1792" fmla="*/ 2799546 w 6320274"/>
              <a:gd name="connsiteY1792" fmla="*/ 1462101 h 1660203"/>
              <a:gd name="connsiteX1793" fmla="*/ 3052998 w 6320274"/>
              <a:gd name="connsiteY1793" fmla="*/ 1476578 h 1660203"/>
              <a:gd name="connsiteX1794" fmla="*/ 3237386 w 6320274"/>
              <a:gd name="connsiteY1794" fmla="*/ 1479583 h 1660203"/>
              <a:gd name="connsiteX1795" fmla="*/ 3285713 w 6320274"/>
              <a:gd name="connsiteY1795" fmla="*/ 1500983 h 1660203"/>
              <a:gd name="connsiteX1796" fmla="*/ 3332555 w 6320274"/>
              <a:gd name="connsiteY1796" fmla="*/ 1514051 h 1660203"/>
              <a:gd name="connsiteX1797" fmla="*/ 3188316 w 6320274"/>
              <a:gd name="connsiteY1797" fmla="*/ 1479538 h 1660203"/>
              <a:gd name="connsiteX1798" fmla="*/ 2893084 w 6320274"/>
              <a:gd name="connsiteY1798" fmla="*/ 1471836 h 1660203"/>
              <a:gd name="connsiteX1799" fmla="*/ 3092444 w 6320274"/>
              <a:gd name="connsiteY1799" fmla="*/ 1534652 h 1660203"/>
              <a:gd name="connsiteX1800" fmla="*/ 3007646 w 6320274"/>
              <a:gd name="connsiteY1800" fmla="*/ 1504443 h 1660203"/>
              <a:gd name="connsiteX1801" fmla="*/ 3046546 w 6320274"/>
              <a:gd name="connsiteY1801" fmla="*/ 1499940 h 1660203"/>
              <a:gd name="connsiteX1802" fmla="*/ 3170790 w 6320274"/>
              <a:gd name="connsiteY1802" fmla="*/ 1555625 h 1660203"/>
              <a:gd name="connsiteX1803" fmla="*/ 3336417 w 6320274"/>
              <a:gd name="connsiteY1803" fmla="*/ 1590960 h 1660203"/>
              <a:gd name="connsiteX1804" fmla="*/ 3476192 w 6320274"/>
              <a:gd name="connsiteY1804" fmla="*/ 1567874 h 1660203"/>
              <a:gd name="connsiteX1805" fmla="*/ 3945681 w 6320274"/>
              <a:gd name="connsiteY1805" fmla="*/ 1609661 h 1660203"/>
              <a:gd name="connsiteX1806" fmla="*/ 3962504 w 6320274"/>
              <a:gd name="connsiteY1806" fmla="*/ 1623156 h 1660203"/>
              <a:gd name="connsiteX1807" fmla="*/ 3983298 w 6320274"/>
              <a:gd name="connsiteY1807" fmla="*/ 1629138 h 1660203"/>
              <a:gd name="connsiteX1808" fmla="*/ 4010785 w 6320274"/>
              <a:gd name="connsiteY1808" fmla="*/ 1650315 h 1660203"/>
              <a:gd name="connsiteX1809" fmla="*/ 4035308 w 6320274"/>
              <a:gd name="connsiteY1809" fmla="*/ 1660203 h 1660203"/>
              <a:gd name="connsiteX1810" fmla="*/ 3970530 w 6320274"/>
              <a:gd name="connsiteY1810" fmla="*/ 1660203 h 1660203"/>
              <a:gd name="connsiteX1811" fmla="*/ 3928211 w 6320274"/>
              <a:gd name="connsiteY1811" fmla="*/ 1637534 h 1660203"/>
              <a:gd name="connsiteX1812" fmla="*/ 3812765 w 6320274"/>
              <a:gd name="connsiteY1812" fmla="*/ 1594657 h 1660203"/>
              <a:gd name="connsiteX1813" fmla="*/ 3465834 w 6320274"/>
              <a:gd name="connsiteY1813" fmla="*/ 1586357 h 1660203"/>
              <a:gd name="connsiteX1814" fmla="*/ 3361731 w 6320274"/>
              <a:gd name="connsiteY1814" fmla="*/ 1623698 h 1660203"/>
              <a:gd name="connsiteX1815" fmla="*/ 3337313 w 6320274"/>
              <a:gd name="connsiteY1815" fmla="*/ 1650478 h 1660203"/>
              <a:gd name="connsiteX1816" fmla="*/ 3323457 w 6320274"/>
              <a:gd name="connsiteY1816" fmla="*/ 1660203 h 1660203"/>
              <a:gd name="connsiteX1817" fmla="*/ 3262014 w 6320274"/>
              <a:gd name="connsiteY1817" fmla="*/ 1660203 h 1660203"/>
              <a:gd name="connsiteX1818" fmla="*/ 3252977 w 6320274"/>
              <a:gd name="connsiteY1818" fmla="*/ 1659068 h 1660203"/>
              <a:gd name="connsiteX1819" fmla="*/ 3251901 w 6320274"/>
              <a:gd name="connsiteY1819" fmla="*/ 1660203 h 1660203"/>
              <a:gd name="connsiteX1820" fmla="*/ 3105720 w 6320274"/>
              <a:gd name="connsiteY1820" fmla="*/ 1660203 h 1660203"/>
              <a:gd name="connsiteX1821" fmla="*/ 2881388 w 6320274"/>
              <a:gd name="connsiteY1821" fmla="*/ 1641008 h 1660203"/>
              <a:gd name="connsiteX1822" fmla="*/ 2624346 w 6320274"/>
              <a:gd name="connsiteY1822" fmla="*/ 1608362 h 1660203"/>
              <a:gd name="connsiteX1823" fmla="*/ 2681209 w 6320274"/>
              <a:gd name="connsiteY1823" fmla="*/ 1609575 h 1660203"/>
              <a:gd name="connsiteX1824" fmla="*/ 3224039 w 6320274"/>
              <a:gd name="connsiteY1824" fmla="*/ 1649958 h 1660203"/>
              <a:gd name="connsiteX1825" fmla="*/ 2901671 w 6320274"/>
              <a:gd name="connsiteY1825" fmla="*/ 1607813 h 1660203"/>
              <a:gd name="connsiteX1826" fmla="*/ 2652587 w 6320274"/>
              <a:gd name="connsiteY1826" fmla="*/ 1566800 h 1660203"/>
              <a:gd name="connsiteX1827" fmla="*/ 2648617 w 6320274"/>
              <a:gd name="connsiteY1827" fmla="*/ 1574314 h 1660203"/>
              <a:gd name="connsiteX1828" fmla="*/ 2352439 w 6320274"/>
              <a:gd name="connsiteY1828" fmla="*/ 1555657 h 1660203"/>
              <a:gd name="connsiteX1829" fmla="*/ 2227600 w 6320274"/>
              <a:gd name="connsiteY1829" fmla="*/ 1537730 h 1660203"/>
              <a:gd name="connsiteX1830" fmla="*/ 1798405 w 6320274"/>
              <a:gd name="connsiteY1830" fmla="*/ 1448236 h 1660203"/>
              <a:gd name="connsiteX1831" fmla="*/ 1945125 w 6320274"/>
              <a:gd name="connsiteY1831" fmla="*/ 1466900 h 1660203"/>
              <a:gd name="connsiteX1832" fmla="*/ 1804603 w 6320274"/>
              <a:gd name="connsiteY1832" fmla="*/ 1427697 h 1660203"/>
              <a:gd name="connsiteX1833" fmla="*/ 1589958 w 6320274"/>
              <a:gd name="connsiteY1833" fmla="*/ 1324583 h 1660203"/>
              <a:gd name="connsiteX1834" fmla="*/ 1372035 w 6320274"/>
              <a:gd name="connsiteY1834" fmla="*/ 1275363 h 1660203"/>
              <a:gd name="connsiteX1835" fmla="*/ 1323706 w 6320274"/>
              <a:gd name="connsiteY1835" fmla="*/ 1253963 h 1660203"/>
              <a:gd name="connsiteX1836" fmla="*/ 1226708 w 6320274"/>
              <a:gd name="connsiteY1836" fmla="*/ 1213496 h 1660203"/>
              <a:gd name="connsiteX1837" fmla="*/ 1195747 w 6320274"/>
              <a:gd name="connsiteY1837" fmla="*/ 1202969 h 1660203"/>
              <a:gd name="connsiteX1838" fmla="*/ 1182351 w 6320274"/>
              <a:gd name="connsiteY1838" fmla="*/ 1184580 h 1660203"/>
              <a:gd name="connsiteX1839" fmla="*/ 1164387 w 6320274"/>
              <a:gd name="connsiteY1839" fmla="*/ 1178865 h 1660203"/>
              <a:gd name="connsiteX1840" fmla="*/ 1094380 w 6320274"/>
              <a:gd name="connsiteY1840" fmla="*/ 1123840 h 1660203"/>
              <a:gd name="connsiteX1841" fmla="*/ 989296 w 6320274"/>
              <a:gd name="connsiteY1841" fmla="*/ 1049401 h 1660203"/>
              <a:gd name="connsiteX1842" fmla="*/ 855575 w 6320274"/>
              <a:gd name="connsiteY1842" fmla="*/ 1068148 h 1660203"/>
              <a:gd name="connsiteX1843" fmla="*/ 716198 w 6320274"/>
              <a:gd name="connsiteY1843" fmla="*/ 1072211 h 1660203"/>
              <a:gd name="connsiteX1844" fmla="*/ 653079 w 6320274"/>
              <a:gd name="connsiteY1844" fmla="*/ 1075626 h 1660203"/>
              <a:gd name="connsiteX1845" fmla="*/ 627175 w 6320274"/>
              <a:gd name="connsiteY1845" fmla="*/ 1084940 h 1660203"/>
              <a:gd name="connsiteX1846" fmla="*/ 498510 w 6320274"/>
              <a:gd name="connsiteY1846" fmla="*/ 1090927 h 1660203"/>
              <a:gd name="connsiteX1847" fmla="*/ 350397 w 6320274"/>
              <a:gd name="connsiteY1847" fmla="*/ 1148064 h 1660203"/>
              <a:gd name="connsiteX1848" fmla="*/ 354766 w 6320274"/>
              <a:gd name="connsiteY1848" fmla="*/ 1154126 h 1660203"/>
              <a:gd name="connsiteX1849" fmla="*/ 305189 w 6320274"/>
              <a:gd name="connsiteY1849" fmla="*/ 1192329 h 1660203"/>
              <a:gd name="connsiteX1850" fmla="*/ 266434 w 6320274"/>
              <a:gd name="connsiteY1850" fmla="*/ 1213232 h 1660203"/>
              <a:gd name="connsiteX1851" fmla="*/ 268264 w 6320274"/>
              <a:gd name="connsiteY1851" fmla="*/ 1219232 h 1660203"/>
              <a:gd name="connsiteX1852" fmla="*/ 179697 w 6320274"/>
              <a:gd name="connsiteY1852" fmla="*/ 1261447 h 1660203"/>
              <a:gd name="connsiteX1853" fmla="*/ 178013 w 6320274"/>
              <a:gd name="connsiteY1853" fmla="*/ 1271849 h 1660203"/>
              <a:gd name="connsiteX1854" fmla="*/ 92620 w 6320274"/>
              <a:gd name="connsiteY1854" fmla="*/ 1311996 h 1660203"/>
              <a:gd name="connsiteX1855" fmla="*/ 47956 w 6320274"/>
              <a:gd name="connsiteY1855" fmla="*/ 1353639 h 1660203"/>
              <a:gd name="connsiteX1856" fmla="*/ 33164 w 6320274"/>
              <a:gd name="connsiteY1856" fmla="*/ 1411053 h 1660203"/>
              <a:gd name="connsiteX1857" fmla="*/ 24825 w 6320274"/>
              <a:gd name="connsiteY1857" fmla="*/ 1412505 h 1660203"/>
              <a:gd name="connsiteX1858" fmla="*/ 25202 w 6320274"/>
              <a:gd name="connsiteY1858" fmla="*/ 1413198 h 1660203"/>
              <a:gd name="connsiteX1859" fmla="*/ 27829 w 6320274"/>
              <a:gd name="connsiteY1859" fmla="*/ 1413751 h 1660203"/>
              <a:gd name="connsiteX1860" fmla="*/ 25094 w 6320274"/>
              <a:gd name="connsiteY1860" fmla="*/ 1465022 h 1660203"/>
              <a:gd name="connsiteX1861" fmla="*/ 37692 w 6320274"/>
              <a:gd name="connsiteY1861" fmla="*/ 1488856 h 1660203"/>
              <a:gd name="connsiteX1862" fmla="*/ 79025 w 6320274"/>
              <a:gd name="connsiteY1862" fmla="*/ 1536242 h 1660203"/>
              <a:gd name="connsiteX1863" fmla="*/ 96790 w 6320274"/>
              <a:gd name="connsiteY1863" fmla="*/ 1560691 h 1660203"/>
              <a:gd name="connsiteX1864" fmla="*/ 134730 w 6320274"/>
              <a:gd name="connsiteY1864" fmla="*/ 1641361 h 1660203"/>
              <a:gd name="connsiteX1865" fmla="*/ 139028 w 6320274"/>
              <a:gd name="connsiteY1865" fmla="*/ 1660203 h 1660203"/>
              <a:gd name="connsiteX1866" fmla="*/ 118767 w 6320274"/>
              <a:gd name="connsiteY1866" fmla="*/ 1660203 h 1660203"/>
              <a:gd name="connsiteX1867" fmla="*/ 113238 w 6320274"/>
              <a:gd name="connsiteY1867" fmla="*/ 1635850 h 1660203"/>
              <a:gd name="connsiteX1868" fmla="*/ 85981 w 6320274"/>
              <a:gd name="connsiteY1868" fmla="*/ 1600734 h 1660203"/>
              <a:gd name="connsiteX1869" fmla="*/ 11255 w 6320274"/>
              <a:gd name="connsiteY1869" fmla="*/ 1490934 h 1660203"/>
              <a:gd name="connsiteX1870" fmla="*/ 0 w 6320274"/>
              <a:gd name="connsiteY1870" fmla="*/ 1459033 h 1660203"/>
              <a:gd name="connsiteX1871" fmla="*/ 10423 w 6320274"/>
              <a:gd name="connsiteY1871" fmla="*/ 1428156 h 1660203"/>
              <a:gd name="connsiteX1872" fmla="*/ 3681 w 6320274"/>
              <a:gd name="connsiteY1872" fmla="*/ 1418717 h 1660203"/>
              <a:gd name="connsiteX1873" fmla="*/ 12760 w 6320274"/>
              <a:gd name="connsiteY1873" fmla="*/ 1395907 h 1660203"/>
              <a:gd name="connsiteX1874" fmla="*/ 11817 w 6320274"/>
              <a:gd name="connsiteY1874" fmla="*/ 1384953 h 1660203"/>
              <a:gd name="connsiteX1875" fmla="*/ 21294 w 6320274"/>
              <a:gd name="connsiteY1875" fmla="*/ 1343120 h 1660203"/>
              <a:gd name="connsiteX1876" fmla="*/ 49426 w 6320274"/>
              <a:gd name="connsiteY1876" fmla="*/ 1320783 h 1660203"/>
              <a:gd name="connsiteX1877" fmla="*/ 68332 w 6320274"/>
              <a:gd name="connsiteY1877" fmla="*/ 1304855 h 1660203"/>
              <a:gd name="connsiteX1878" fmla="*/ 134675 w 6320274"/>
              <a:gd name="connsiteY1878" fmla="*/ 1264237 h 1660203"/>
              <a:gd name="connsiteX1879" fmla="*/ 208015 w 6320274"/>
              <a:gd name="connsiteY1879" fmla="*/ 1230232 h 1660203"/>
              <a:gd name="connsiteX1880" fmla="*/ 241059 w 6320274"/>
              <a:gd name="connsiteY1880" fmla="*/ 1211336 h 1660203"/>
              <a:gd name="connsiteX1881" fmla="*/ 303831 w 6320274"/>
              <a:gd name="connsiteY1881" fmla="*/ 1159210 h 1660203"/>
              <a:gd name="connsiteX1882" fmla="*/ 330278 w 6320274"/>
              <a:gd name="connsiteY1882" fmla="*/ 1147273 h 1660203"/>
              <a:gd name="connsiteX1883" fmla="*/ 386995 w 6320274"/>
              <a:gd name="connsiteY1883" fmla="*/ 1099487 h 1660203"/>
              <a:gd name="connsiteX1884" fmla="*/ 640897 w 6320274"/>
              <a:gd name="connsiteY1884" fmla="*/ 1059805 h 1660203"/>
              <a:gd name="connsiteX1885" fmla="*/ 687340 w 6320274"/>
              <a:gd name="connsiteY1885" fmla="*/ 1059296 h 1660203"/>
              <a:gd name="connsiteX1886" fmla="*/ 1022614 w 6320274"/>
              <a:gd name="connsiteY1886" fmla="*/ 1022118 h 1660203"/>
              <a:gd name="connsiteX1887" fmla="*/ 994135 w 6320274"/>
              <a:gd name="connsiteY1887" fmla="*/ 995743 h 1660203"/>
              <a:gd name="connsiteX1888" fmla="*/ 962484 w 6320274"/>
              <a:gd name="connsiteY1888" fmla="*/ 938838 h 1660203"/>
              <a:gd name="connsiteX1889" fmla="*/ 971368 w 6320274"/>
              <a:gd name="connsiteY1889" fmla="*/ 934764 h 1660203"/>
              <a:gd name="connsiteX1890" fmla="*/ 955742 w 6320274"/>
              <a:gd name="connsiteY1890" fmla="*/ 929399 h 1660203"/>
              <a:gd name="connsiteX1891" fmla="*/ 857453 w 6320274"/>
              <a:gd name="connsiteY1891" fmla="*/ 796666 h 1660203"/>
              <a:gd name="connsiteX1892" fmla="*/ 847285 w 6320274"/>
              <a:gd name="connsiteY1892" fmla="*/ 792120 h 1660203"/>
              <a:gd name="connsiteX1893" fmla="*/ 799806 w 6320274"/>
              <a:gd name="connsiteY1893" fmla="*/ 697538 h 1660203"/>
              <a:gd name="connsiteX1894" fmla="*/ 716853 w 6320274"/>
              <a:gd name="connsiteY1894" fmla="*/ 537369 h 1660203"/>
              <a:gd name="connsiteX1895" fmla="*/ 720822 w 6320274"/>
              <a:gd name="connsiteY1895" fmla="*/ 529854 h 1660203"/>
              <a:gd name="connsiteX1896" fmla="*/ 706082 w 6320274"/>
              <a:gd name="connsiteY1896" fmla="*/ 486935 h 1660203"/>
              <a:gd name="connsiteX1897" fmla="*/ 706786 w 6320274"/>
              <a:gd name="connsiteY1897" fmla="*/ 397353 h 1660203"/>
              <a:gd name="connsiteX1898" fmla="*/ 733140 w 6320274"/>
              <a:gd name="connsiteY1898" fmla="*/ 301283 h 1660203"/>
              <a:gd name="connsiteX1899" fmla="*/ 730513 w 6320274"/>
              <a:gd name="connsiteY1899" fmla="*/ 300730 h 1660203"/>
              <a:gd name="connsiteX1900" fmla="*/ 751501 w 6320274"/>
              <a:gd name="connsiteY1900" fmla="*/ 255376 h 1660203"/>
              <a:gd name="connsiteX1901" fmla="*/ 754828 w 6320274"/>
              <a:gd name="connsiteY1901" fmla="*/ 259849 h 1660203"/>
              <a:gd name="connsiteX1902" fmla="*/ 756223 w 6320274"/>
              <a:gd name="connsiteY1902" fmla="*/ 216648 h 1660203"/>
              <a:gd name="connsiteX1903" fmla="*/ 765106 w 6320274"/>
              <a:gd name="connsiteY1903" fmla="*/ 212573 h 1660203"/>
              <a:gd name="connsiteX1904" fmla="*/ 771413 w 6320274"/>
              <a:gd name="connsiteY1904" fmla="*/ 172809 h 1660203"/>
              <a:gd name="connsiteX1905" fmla="*/ 809966 w 6320274"/>
              <a:gd name="connsiteY1905" fmla="*/ 119596 h 1660203"/>
              <a:gd name="connsiteX1906" fmla="*/ 805996 w 6320274"/>
              <a:gd name="connsiteY1906" fmla="*/ 94511 h 1660203"/>
              <a:gd name="connsiteX1907" fmla="*/ 875619 w 6320274"/>
              <a:gd name="connsiteY1907" fmla="*/ 0 h 1660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</a:cxnLst>
            <a:rect l="l" t="t" r="r" b="b"/>
            <a:pathLst>
              <a:path w="6320274" h="1660203">
                <a:moveTo>
                  <a:pt x="2010310" y="1648299"/>
                </a:moveTo>
                <a:cubicBezTo>
                  <a:pt x="2018204" y="1648250"/>
                  <a:pt x="2026853" y="1650660"/>
                  <a:pt x="2034652" y="1653976"/>
                </a:cubicBezTo>
                <a:cubicBezTo>
                  <a:pt x="2028827" y="1656761"/>
                  <a:pt x="2022387" y="1658578"/>
                  <a:pt x="2015102" y="1659214"/>
                </a:cubicBezTo>
                <a:cubicBezTo>
                  <a:pt x="2007820" y="1659852"/>
                  <a:pt x="1999694" y="1659308"/>
                  <a:pt x="1990497" y="1657373"/>
                </a:cubicBezTo>
                <a:cubicBezTo>
                  <a:pt x="1995277" y="1650854"/>
                  <a:pt x="2002416" y="1648347"/>
                  <a:pt x="2010310" y="1648299"/>
                </a:cubicBezTo>
                <a:close/>
                <a:moveTo>
                  <a:pt x="2259881" y="1638022"/>
                </a:moveTo>
                <a:cubicBezTo>
                  <a:pt x="2301780" y="1637388"/>
                  <a:pt x="2344279" y="1639588"/>
                  <a:pt x="2384294" y="1644873"/>
                </a:cubicBezTo>
                <a:cubicBezTo>
                  <a:pt x="2412557" y="1648794"/>
                  <a:pt x="2456906" y="1640815"/>
                  <a:pt x="2495936" y="1644124"/>
                </a:cubicBezTo>
                <a:cubicBezTo>
                  <a:pt x="2541695" y="1648284"/>
                  <a:pt x="2597182" y="1654538"/>
                  <a:pt x="2634172" y="1647841"/>
                </a:cubicBezTo>
                <a:cubicBezTo>
                  <a:pt x="2636256" y="1651016"/>
                  <a:pt x="2643702" y="1650225"/>
                  <a:pt x="2640915" y="1657280"/>
                </a:cubicBezTo>
                <a:cubicBezTo>
                  <a:pt x="2661099" y="1645678"/>
                  <a:pt x="2706031" y="1656551"/>
                  <a:pt x="2735881" y="1659438"/>
                </a:cubicBezTo>
                <a:lnTo>
                  <a:pt x="2748009" y="1660203"/>
                </a:lnTo>
                <a:lnTo>
                  <a:pt x="2479270" y="1660203"/>
                </a:lnTo>
                <a:lnTo>
                  <a:pt x="2390627" y="1654174"/>
                </a:lnTo>
                <a:cubicBezTo>
                  <a:pt x="2276282" y="1650390"/>
                  <a:pt x="2160458" y="1656067"/>
                  <a:pt x="2051645" y="1650005"/>
                </a:cubicBezTo>
                <a:cubicBezTo>
                  <a:pt x="2064593" y="1643201"/>
                  <a:pt x="2096062" y="1648079"/>
                  <a:pt x="2115651" y="1641636"/>
                </a:cubicBezTo>
                <a:cubicBezTo>
                  <a:pt x="2127115" y="1644945"/>
                  <a:pt x="2134158" y="1644729"/>
                  <a:pt x="2139071" y="1648169"/>
                </a:cubicBezTo>
                <a:cubicBezTo>
                  <a:pt x="2176684" y="1642122"/>
                  <a:pt x="2217982" y="1638656"/>
                  <a:pt x="2259881" y="1638022"/>
                </a:cubicBezTo>
                <a:close/>
                <a:moveTo>
                  <a:pt x="1092944" y="1625967"/>
                </a:moveTo>
                <a:cubicBezTo>
                  <a:pt x="1162980" y="1628361"/>
                  <a:pt x="1254381" y="1639684"/>
                  <a:pt x="1334818" y="1652135"/>
                </a:cubicBezTo>
                <a:lnTo>
                  <a:pt x="1383455" y="1660203"/>
                </a:lnTo>
                <a:lnTo>
                  <a:pt x="1303587" y="1660203"/>
                </a:lnTo>
                <a:lnTo>
                  <a:pt x="1094282" y="1632053"/>
                </a:lnTo>
                <a:cubicBezTo>
                  <a:pt x="1092348" y="1631126"/>
                  <a:pt x="1091596" y="1629740"/>
                  <a:pt x="1092540" y="1626543"/>
                </a:cubicBezTo>
                <a:close/>
                <a:moveTo>
                  <a:pt x="1020395" y="1617631"/>
                </a:moveTo>
                <a:lnTo>
                  <a:pt x="1020480" y="1618121"/>
                </a:lnTo>
                <a:cubicBezTo>
                  <a:pt x="1034441" y="1628325"/>
                  <a:pt x="1069131" y="1610151"/>
                  <a:pt x="1075661" y="1629736"/>
                </a:cubicBezTo>
                <a:cubicBezTo>
                  <a:pt x="1054131" y="1630960"/>
                  <a:pt x="1038392" y="1626373"/>
                  <a:pt x="1019052" y="1625699"/>
                </a:cubicBezTo>
                <a:cubicBezTo>
                  <a:pt x="1019596" y="1623078"/>
                  <a:pt x="1019850" y="1620253"/>
                  <a:pt x="1020395" y="1617631"/>
                </a:cubicBezTo>
                <a:close/>
                <a:moveTo>
                  <a:pt x="2441704" y="1608403"/>
                </a:moveTo>
                <a:cubicBezTo>
                  <a:pt x="2455459" y="1609671"/>
                  <a:pt x="2470194" y="1613232"/>
                  <a:pt x="2483910" y="1616402"/>
                </a:cubicBezTo>
                <a:cubicBezTo>
                  <a:pt x="2480344" y="1619802"/>
                  <a:pt x="2475178" y="1621683"/>
                  <a:pt x="2469054" y="1622508"/>
                </a:cubicBezTo>
                <a:cubicBezTo>
                  <a:pt x="2450684" y="1624986"/>
                  <a:pt x="2423687" y="1617985"/>
                  <a:pt x="2405368" y="1614164"/>
                </a:cubicBezTo>
                <a:cubicBezTo>
                  <a:pt x="2415170" y="1608160"/>
                  <a:pt x="2427948" y="1607135"/>
                  <a:pt x="2441704" y="1608403"/>
                </a:cubicBezTo>
                <a:close/>
                <a:moveTo>
                  <a:pt x="937737" y="1606507"/>
                </a:moveTo>
                <a:cubicBezTo>
                  <a:pt x="966037" y="1613454"/>
                  <a:pt x="987882" y="1611166"/>
                  <a:pt x="1015140" y="1616525"/>
                </a:cubicBezTo>
                <a:cubicBezTo>
                  <a:pt x="1011050" y="1618059"/>
                  <a:pt x="1005296" y="1618935"/>
                  <a:pt x="998682" y="1619202"/>
                </a:cubicBezTo>
                <a:cubicBezTo>
                  <a:pt x="978839" y="1620006"/>
                  <a:pt x="951262" y="1615333"/>
                  <a:pt x="937737" y="1606507"/>
                </a:cubicBezTo>
                <a:close/>
                <a:moveTo>
                  <a:pt x="4211655" y="1605025"/>
                </a:moveTo>
                <a:cubicBezTo>
                  <a:pt x="4200688" y="1605924"/>
                  <a:pt x="4203206" y="1625703"/>
                  <a:pt x="4189576" y="1623022"/>
                </a:cubicBezTo>
                <a:cubicBezTo>
                  <a:pt x="4213058" y="1631314"/>
                  <a:pt x="4276429" y="1639229"/>
                  <a:pt x="4310991" y="1645843"/>
                </a:cubicBezTo>
                <a:cubicBezTo>
                  <a:pt x="4279584" y="1628570"/>
                  <a:pt x="4245384" y="1614059"/>
                  <a:pt x="4211655" y="1605025"/>
                </a:cubicBezTo>
                <a:close/>
                <a:moveTo>
                  <a:pt x="3341193" y="1604974"/>
                </a:moveTo>
                <a:cubicBezTo>
                  <a:pt x="3337048" y="1605128"/>
                  <a:pt x="3332186" y="1606228"/>
                  <a:pt x="3324036" y="1608027"/>
                </a:cubicBezTo>
                <a:lnTo>
                  <a:pt x="3323834" y="1608314"/>
                </a:lnTo>
                <a:cubicBezTo>
                  <a:pt x="3326503" y="1616188"/>
                  <a:pt x="3340387" y="1616044"/>
                  <a:pt x="3341201" y="1619188"/>
                </a:cubicBezTo>
                <a:cubicBezTo>
                  <a:pt x="3347579" y="1618077"/>
                  <a:pt x="3346634" y="1607122"/>
                  <a:pt x="3354053" y="1607599"/>
                </a:cubicBezTo>
                <a:cubicBezTo>
                  <a:pt x="3348767" y="1605614"/>
                  <a:pt x="3345338" y="1604821"/>
                  <a:pt x="3341193" y="1604974"/>
                </a:cubicBezTo>
                <a:close/>
                <a:moveTo>
                  <a:pt x="914822" y="1603866"/>
                </a:moveTo>
                <a:cubicBezTo>
                  <a:pt x="922803" y="1604307"/>
                  <a:pt x="930550" y="1606622"/>
                  <a:pt x="933766" y="1614022"/>
                </a:cubicBezTo>
                <a:cubicBezTo>
                  <a:pt x="920568" y="1609497"/>
                  <a:pt x="899456" y="1618734"/>
                  <a:pt x="894467" y="1604947"/>
                </a:cubicBezTo>
                <a:cubicBezTo>
                  <a:pt x="898623" y="1604855"/>
                  <a:pt x="906840" y="1603424"/>
                  <a:pt x="914822" y="1603866"/>
                </a:cubicBezTo>
                <a:close/>
                <a:moveTo>
                  <a:pt x="4152014" y="1601011"/>
                </a:moveTo>
                <a:lnTo>
                  <a:pt x="4148790" y="1605616"/>
                </a:lnTo>
                <a:lnTo>
                  <a:pt x="4158958" y="1610161"/>
                </a:lnTo>
                <a:cubicBezTo>
                  <a:pt x="4158661" y="1605665"/>
                  <a:pt x="4162183" y="1605557"/>
                  <a:pt x="4165011" y="1605822"/>
                </a:cubicBezTo>
                <a:cubicBezTo>
                  <a:pt x="4166299" y="1600290"/>
                  <a:pt x="4155683" y="1603150"/>
                  <a:pt x="4152014" y="1601011"/>
                </a:cubicBezTo>
                <a:close/>
                <a:moveTo>
                  <a:pt x="2312829" y="1598695"/>
                </a:moveTo>
                <a:cubicBezTo>
                  <a:pt x="2332896" y="1602022"/>
                  <a:pt x="2385356" y="1594147"/>
                  <a:pt x="2399856" y="1615881"/>
                </a:cubicBezTo>
                <a:cubicBezTo>
                  <a:pt x="2366119" y="1602552"/>
                  <a:pt x="2335888" y="1613126"/>
                  <a:pt x="2314658" y="1604694"/>
                </a:cubicBezTo>
                <a:lnTo>
                  <a:pt x="2314860" y="1604406"/>
                </a:lnTo>
                <a:cubicBezTo>
                  <a:pt x="2319565" y="1603839"/>
                  <a:pt x="2313845" y="1601551"/>
                  <a:pt x="2312829" y="1598695"/>
                </a:cubicBezTo>
                <a:close/>
                <a:moveTo>
                  <a:pt x="5237633" y="1596379"/>
                </a:moveTo>
                <a:lnTo>
                  <a:pt x="5266254" y="1602440"/>
                </a:lnTo>
                <a:cubicBezTo>
                  <a:pt x="5276502" y="1604951"/>
                  <a:pt x="5287273" y="1607560"/>
                  <a:pt x="5298042" y="1609095"/>
                </a:cubicBezTo>
                <a:cubicBezTo>
                  <a:pt x="5311005" y="1610882"/>
                  <a:pt x="5332957" y="1603518"/>
                  <a:pt x="5336797" y="1620792"/>
                </a:cubicBezTo>
                <a:cubicBezTo>
                  <a:pt x="5307344" y="1613035"/>
                  <a:pt x="5274185" y="1614025"/>
                  <a:pt x="5253393" y="1606785"/>
                </a:cubicBezTo>
                <a:close/>
                <a:moveTo>
                  <a:pt x="5237318" y="1596172"/>
                </a:moveTo>
                <a:lnTo>
                  <a:pt x="5237633" y="1596379"/>
                </a:lnTo>
                <a:lnTo>
                  <a:pt x="5237607" y="1596374"/>
                </a:lnTo>
                <a:close/>
                <a:moveTo>
                  <a:pt x="831150" y="1594497"/>
                </a:moveTo>
                <a:cubicBezTo>
                  <a:pt x="840180" y="1592670"/>
                  <a:pt x="869970" y="1593799"/>
                  <a:pt x="873078" y="1604124"/>
                </a:cubicBezTo>
                <a:cubicBezTo>
                  <a:pt x="859457" y="1605740"/>
                  <a:pt x="840169" y="1602528"/>
                  <a:pt x="831150" y="1594497"/>
                </a:cubicBezTo>
                <a:close/>
                <a:moveTo>
                  <a:pt x="2975326" y="1572744"/>
                </a:moveTo>
                <a:cubicBezTo>
                  <a:pt x="2975823" y="1576952"/>
                  <a:pt x="2983269" y="1576161"/>
                  <a:pt x="2978897" y="1584253"/>
                </a:cubicBezTo>
                <a:cubicBezTo>
                  <a:pt x="2930075" y="1577089"/>
                  <a:pt x="2867350" y="1575634"/>
                  <a:pt x="2821354" y="1582887"/>
                </a:cubicBezTo>
                <a:cubicBezTo>
                  <a:pt x="2940248" y="1600082"/>
                  <a:pt x="3139607" y="1630298"/>
                  <a:pt x="3273332" y="1630000"/>
                </a:cubicBezTo>
                <a:cubicBezTo>
                  <a:pt x="3271397" y="1629074"/>
                  <a:pt x="3271248" y="1626825"/>
                  <a:pt x="3268420" y="1626560"/>
                </a:cubicBezTo>
                <a:cubicBezTo>
                  <a:pt x="3263857" y="1625081"/>
                  <a:pt x="3262620" y="1628075"/>
                  <a:pt x="3265537" y="1628831"/>
                </a:cubicBezTo>
                <a:lnTo>
                  <a:pt x="3265738" y="1628543"/>
                </a:lnTo>
                <a:cubicBezTo>
                  <a:pt x="3248414" y="1624991"/>
                  <a:pt x="3170604" y="1597101"/>
                  <a:pt x="3156033" y="1616065"/>
                </a:cubicBezTo>
                <a:cubicBezTo>
                  <a:pt x="3092864" y="1607863"/>
                  <a:pt x="3036559" y="1580020"/>
                  <a:pt x="2975326" y="1572744"/>
                </a:cubicBezTo>
                <a:close/>
                <a:moveTo>
                  <a:pt x="714996" y="1568732"/>
                </a:moveTo>
                <a:cubicBezTo>
                  <a:pt x="742201" y="1570792"/>
                  <a:pt x="776999" y="1585105"/>
                  <a:pt x="814981" y="1591754"/>
                </a:cubicBezTo>
                <a:cubicBezTo>
                  <a:pt x="763837" y="1592830"/>
                  <a:pt x="741644" y="1579006"/>
                  <a:pt x="690484" y="1571493"/>
                </a:cubicBezTo>
                <a:cubicBezTo>
                  <a:pt x="697702" y="1568720"/>
                  <a:pt x="705927" y="1568045"/>
                  <a:pt x="714996" y="1568732"/>
                </a:cubicBezTo>
                <a:close/>
                <a:moveTo>
                  <a:pt x="1877272" y="1565654"/>
                </a:moveTo>
                <a:cubicBezTo>
                  <a:pt x="1902208" y="1565101"/>
                  <a:pt x="1929177" y="1570259"/>
                  <a:pt x="1955473" y="1570226"/>
                </a:cubicBezTo>
                <a:cubicBezTo>
                  <a:pt x="2023128" y="1569560"/>
                  <a:pt x="2084221" y="1578881"/>
                  <a:pt x="2148888" y="1585558"/>
                </a:cubicBezTo>
                <a:cubicBezTo>
                  <a:pt x="2203017" y="1591291"/>
                  <a:pt x="2258938" y="1581549"/>
                  <a:pt x="2309745" y="1601255"/>
                </a:cubicBezTo>
                <a:lnTo>
                  <a:pt x="2309255" y="1601340"/>
                </a:lnTo>
                <a:cubicBezTo>
                  <a:pt x="2163276" y="1593917"/>
                  <a:pt x="1993658" y="1585813"/>
                  <a:pt x="1853706" y="1575319"/>
                </a:cubicBezTo>
                <a:cubicBezTo>
                  <a:pt x="1850703" y="1574073"/>
                  <a:pt x="1852603" y="1571973"/>
                  <a:pt x="1854505" y="1569873"/>
                </a:cubicBezTo>
                <a:cubicBezTo>
                  <a:pt x="1855022" y="1568519"/>
                  <a:pt x="1855251" y="1566963"/>
                  <a:pt x="1857676" y="1567804"/>
                </a:cubicBezTo>
                <a:cubicBezTo>
                  <a:pt x="1863780" y="1575080"/>
                  <a:pt x="1866418" y="1565776"/>
                  <a:pt x="1877272" y="1565654"/>
                </a:cubicBezTo>
                <a:close/>
                <a:moveTo>
                  <a:pt x="2975005" y="1561743"/>
                </a:moveTo>
                <a:cubicBezTo>
                  <a:pt x="2970619" y="1560549"/>
                  <a:pt x="2964536" y="1560472"/>
                  <a:pt x="2963415" y="1562689"/>
                </a:cubicBezTo>
                <a:cubicBezTo>
                  <a:pt x="2963205" y="1565758"/>
                  <a:pt x="2963846" y="1567147"/>
                  <a:pt x="2964946" y="1567615"/>
                </a:cubicBezTo>
                <a:cubicBezTo>
                  <a:pt x="2968243" y="1569019"/>
                  <a:pt x="2975646" y="1562138"/>
                  <a:pt x="2976413" y="1567500"/>
                </a:cubicBezTo>
                <a:cubicBezTo>
                  <a:pt x="2982081" y="1565249"/>
                  <a:pt x="2979392" y="1562938"/>
                  <a:pt x="2975005" y="1561743"/>
                </a:cubicBezTo>
                <a:close/>
                <a:moveTo>
                  <a:pt x="2300856" y="1531066"/>
                </a:moveTo>
                <a:cubicBezTo>
                  <a:pt x="2307208" y="1529991"/>
                  <a:pt x="2312794" y="1530471"/>
                  <a:pt x="2314710" y="1536960"/>
                </a:cubicBezTo>
                <a:cubicBezTo>
                  <a:pt x="2310121" y="1536748"/>
                  <a:pt x="2303310" y="1537556"/>
                  <a:pt x="2297014" y="1537704"/>
                </a:cubicBezTo>
                <a:cubicBezTo>
                  <a:pt x="2290717" y="1537854"/>
                  <a:pt x="2284937" y="1537345"/>
                  <a:pt x="2282407" y="1534501"/>
                </a:cubicBezTo>
                <a:cubicBezTo>
                  <a:pt x="2287386" y="1534770"/>
                  <a:pt x="2294504" y="1532140"/>
                  <a:pt x="2300856" y="1531066"/>
                </a:cubicBezTo>
                <a:close/>
                <a:moveTo>
                  <a:pt x="558300" y="1530837"/>
                </a:moveTo>
                <a:cubicBezTo>
                  <a:pt x="580214" y="1534600"/>
                  <a:pt x="619252" y="1542204"/>
                  <a:pt x="632676" y="1559324"/>
                </a:cubicBezTo>
                <a:cubicBezTo>
                  <a:pt x="606924" y="1556734"/>
                  <a:pt x="578678" y="1547251"/>
                  <a:pt x="558300" y="1530837"/>
                </a:cubicBezTo>
                <a:close/>
                <a:moveTo>
                  <a:pt x="2773226" y="1528599"/>
                </a:moveTo>
                <a:cubicBezTo>
                  <a:pt x="2782099" y="1534383"/>
                  <a:pt x="2787361" y="1539783"/>
                  <a:pt x="2798732" y="1538308"/>
                </a:cubicBezTo>
                <a:cubicBezTo>
                  <a:pt x="2799810" y="1528770"/>
                  <a:pt x="2780234" y="1525356"/>
                  <a:pt x="2773226" y="1528599"/>
                </a:cubicBezTo>
                <a:close/>
                <a:moveTo>
                  <a:pt x="5186217" y="1525218"/>
                </a:moveTo>
                <a:lnTo>
                  <a:pt x="5186506" y="1525421"/>
                </a:lnTo>
                <a:cubicBezTo>
                  <a:pt x="5276642" y="1538781"/>
                  <a:pt x="5367388" y="1537123"/>
                  <a:pt x="5451068" y="1555398"/>
                </a:cubicBezTo>
                <a:cubicBezTo>
                  <a:pt x="5431378" y="1552764"/>
                  <a:pt x="5414701" y="1555669"/>
                  <a:pt x="5401999" y="1555354"/>
                </a:cubicBezTo>
                <a:cubicBezTo>
                  <a:pt x="5352554" y="1554617"/>
                  <a:pt x="5289579" y="1541833"/>
                  <a:pt x="5238857" y="1536770"/>
                </a:cubicBezTo>
                <a:cubicBezTo>
                  <a:pt x="5218964" y="1534423"/>
                  <a:pt x="5197563" y="1543459"/>
                  <a:pt x="5186217" y="1525218"/>
                </a:cubicBezTo>
                <a:close/>
                <a:moveTo>
                  <a:pt x="869813" y="1522059"/>
                </a:moveTo>
                <a:lnTo>
                  <a:pt x="869882" y="1522090"/>
                </a:lnTo>
                <a:lnTo>
                  <a:pt x="869323" y="1522144"/>
                </a:lnTo>
                <a:close/>
                <a:moveTo>
                  <a:pt x="893757" y="1519771"/>
                </a:moveTo>
                <a:cubicBezTo>
                  <a:pt x="918992" y="1521214"/>
                  <a:pt x="946083" y="1532463"/>
                  <a:pt x="970145" y="1538696"/>
                </a:cubicBezTo>
                <a:cubicBezTo>
                  <a:pt x="1165383" y="1588331"/>
                  <a:pt x="1391889" y="1577934"/>
                  <a:pt x="1605857" y="1578061"/>
                </a:cubicBezTo>
                <a:cubicBezTo>
                  <a:pt x="1616544" y="1581255"/>
                  <a:pt x="1604599" y="1568173"/>
                  <a:pt x="1617911" y="1571918"/>
                </a:cubicBezTo>
                <a:cubicBezTo>
                  <a:pt x="1679005" y="1581240"/>
                  <a:pt x="1769678" y="1555084"/>
                  <a:pt x="1837774" y="1575314"/>
                </a:cubicBezTo>
                <a:cubicBezTo>
                  <a:pt x="1840401" y="1575867"/>
                  <a:pt x="1839166" y="1578863"/>
                  <a:pt x="1834603" y="1577383"/>
                </a:cubicBezTo>
                <a:cubicBezTo>
                  <a:pt x="1752440" y="1584620"/>
                  <a:pt x="1653280" y="1577383"/>
                  <a:pt x="1571817" y="1588540"/>
                </a:cubicBezTo>
                <a:cubicBezTo>
                  <a:pt x="1566911" y="1589394"/>
                  <a:pt x="1562865" y="1586562"/>
                  <a:pt x="1558565" y="1586553"/>
                </a:cubicBezTo>
                <a:cubicBezTo>
                  <a:pt x="1512110" y="1587696"/>
                  <a:pt x="1467055" y="1588532"/>
                  <a:pt x="1421768" y="1588776"/>
                </a:cubicBezTo>
                <a:cubicBezTo>
                  <a:pt x="1376481" y="1589021"/>
                  <a:pt x="1330961" y="1588674"/>
                  <a:pt x="1283579" y="1587452"/>
                </a:cubicBezTo>
                <a:cubicBezTo>
                  <a:pt x="1236587" y="1586287"/>
                  <a:pt x="1190796" y="1579103"/>
                  <a:pt x="1143858" y="1575403"/>
                </a:cubicBezTo>
                <a:cubicBezTo>
                  <a:pt x="1125901" y="1573982"/>
                  <a:pt x="1110177" y="1577984"/>
                  <a:pt x="1092449" y="1575007"/>
                </a:cubicBezTo>
                <a:cubicBezTo>
                  <a:pt x="1062940" y="1569787"/>
                  <a:pt x="1037566" y="1567889"/>
                  <a:pt x="1012963" y="1561814"/>
                </a:cubicBezTo>
                <a:cubicBezTo>
                  <a:pt x="978339" y="1553442"/>
                  <a:pt x="946505" y="1538013"/>
                  <a:pt x="911741" y="1531686"/>
                </a:cubicBezTo>
                <a:cubicBezTo>
                  <a:pt x="905461" y="1530506"/>
                  <a:pt x="897352" y="1531476"/>
                  <a:pt x="889626" y="1531053"/>
                </a:cubicBezTo>
                <a:lnTo>
                  <a:pt x="869882" y="1522090"/>
                </a:lnTo>
                <a:close/>
                <a:moveTo>
                  <a:pt x="2394393" y="1498818"/>
                </a:moveTo>
                <a:cubicBezTo>
                  <a:pt x="2398506" y="1507703"/>
                  <a:pt x="2418209" y="1500481"/>
                  <a:pt x="2420440" y="1505905"/>
                </a:cubicBezTo>
                <a:cubicBezTo>
                  <a:pt x="2426433" y="1499807"/>
                  <a:pt x="2402241" y="1497451"/>
                  <a:pt x="2394393" y="1498818"/>
                </a:cubicBezTo>
                <a:close/>
                <a:moveTo>
                  <a:pt x="4768283" y="1486075"/>
                </a:moveTo>
                <a:cubicBezTo>
                  <a:pt x="4820516" y="1512353"/>
                  <a:pt x="4852239" y="1561160"/>
                  <a:pt x="4896589" y="1585780"/>
                </a:cubicBezTo>
                <a:lnTo>
                  <a:pt x="4997091" y="1660203"/>
                </a:lnTo>
                <a:lnTo>
                  <a:pt x="4973949" y="1660203"/>
                </a:lnTo>
                <a:lnTo>
                  <a:pt x="4932432" y="1630395"/>
                </a:lnTo>
                <a:cubicBezTo>
                  <a:pt x="4874713" y="1587191"/>
                  <a:pt x="4819804" y="1541667"/>
                  <a:pt x="4768371" y="1486565"/>
                </a:cubicBezTo>
                <a:close/>
                <a:moveTo>
                  <a:pt x="2856536" y="1485278"/>
                </a:moveTo>
                <a:cubicBezTo>
                  <a:pt x="2836794" y="1485179"/>
                  <a:pt x="2817177" y="1487207"/>
                  <a:pt x="2798535" y="1489381"/>
                </a:cubicBezTo>
                <a:lnTo>
                  <a:pt x="2746766" y="1494322"/>
                </a:lnTo>
                <a:lnTo>
                  <a:pt x="2746091" y="1494157"/>
                </a:lnTo>
                <a:lnTo>
                  <a:pt x="2746380" y="1494360"/>
                </a:lnTo>
                <a:lnTo>
                  <a:pt x="2746766" y="1494322"/>
                </a:lnTo>
                <a:lnTo>
                  <a:pt x="2799225" y="1507167"/>
                </a:lnTo>
                <a:cubicBezTo>
                  <a:pt x="2857028" y="1518408"/>
                  <a:pt x="2926351" y="1525048"/>
                  <a:pt x="2984751" y="1533449"/>
                </a:cubicBezTo>
                <a:cubicBezTo>
                  <a:pt x="2947539" y="1513397"/>
                  <a:pt x="2893259" y="1505415"/>
                  <a:pt x="2856536" y="1485278"/>
                </a:cubicBezTo>
                <a:close/>
                <a:moveTo>
                  <a:pt x="1951552" y="1477406"/>
                </a:moveTo>
                <a:cubicBezTo>
                  <a:pt x="1947355" y="1486477"/>
                  <a:pt x="1961607" y="1482731"/>
                  <a:pt x="1966634" y="1485393"/>
                </a:cubicBezTo>
                <a:cubicBezTo>
                  <a:pt x="1964978" y="1480373"/>
                  <a:pt x="1959260" y="1478085"/>
                  <a:pt x="1951552" y="1477406"/>
                </a:cubicBezTo>
                <a:close/>
                <a:moveTo>
                  <a:pt x="2150222" y="1461245"/>
                </a:moveTo>
                <a:cubicBezTo>
                  <a:pt x="2116908" y="1474376"/>
                  <a:pt x="2093376" y="1501220"/>
                  <a:pt x="2046664" y="1495964"/>
                </a:cubicBezTo>
                <a:cubicBezTo>
                  <a:pt x="2105326" y="1518596"/>
                  <a:pt x="2194520" y="1521000"/>
                  <a:pt x="2252134" y="1537751"/>
                </a:cubicBezTo>
                <a:cubicBezTo>
                  <a:pt x="2252404" y="1543516"/>
                  <a:pt x="2247640" y="1542325"/>
                  <a:pt x="2243251" y="1541826"/>
                </a:cubicBezTo>
                <a:cubicBezTo>
                  <a:pt x="2246728" y="1548548"/>
                  <a:pt x="2263493" y="1546134"/>
                  <a:pt x="2272128" y="1549178"/>
                </a:cubicBezTo>
                <a:cubicBezTo>
                  <a:pt x="2272034" y="1544393"/>
                  <a:pt x="2268652" y="1542455"/>
                  <a:pt x="2262302" y="1542297"/>
                </a:cubicBezTo>
                <a:cubicBezTo>
                  <a:pt x="2350934" y="1552886"/>
                  <a:pt x="2475260" y="1558015"/>
                  <a:pt x="2583330" y="1559912"/>
                </a:cubicBezTo>
                <a:cubicBezTo>
                  <a:pt x="2571515" y="1554641"/>
                  <a:pt x="2548452" y="1554362"/>
                  <a:pt x="2528404" y="1545472"/>
                </a:cubicBezTo>
                <a:cubicBezTo>
                  <a:pt x="2581108" y="1544630"/>
                  <a:pt x="2643574" y="1563062"/>
                  <a:pt x="2704598" y="1566331"/>
                </a:cubicBezTo>
                <a:cubicBezTo>
                  <a:pt x="2735255" y="1568066"/>
                  <a:pt x="2769410" y="1556810"/>
                  <a:pt x="2799021" y="1571111"/>
                </a:cubicBezTo>
                <a:cubicBezTo>
                  <a:pt x="2832230" y="1563052"/>
                  <a:pt x="2889812" y="1562623"/>
                  <a:pt x="2946192" y="1568216"/>
                </a:cubicBezTo>
                <a:cubicBezTo>
                  <a:pt x="2939364" y="1558286"/>
                  <a:pt x="2924693" y="1554019"/>
                  <a:pt x="2911117" y="1548803"/>
                </a:cubicBezTo>
                <a:cubicBezTo>
                  <a:pt x="2911528" y="1552522"/>
                  <a:pt x="2917502" y="1551986"/>
                  <a:pt x="2921285" y="1553349"/>
                </a:cubicBezTo>
                <a:cubicBezTo>
                  <a:pt x="2918088" y="1556686"/>
                  <a:pt x="2913183" y="1557541"/>
                  <a:pt x="2909232" y="1559493"/>
                </a:cubicBezTo>
                <a:cubicBezTo>
                  <a:pt x="2902679" y="1559623"/>
                  <a:pt x="2912703" y="1547768"/>
                  <a:pt x="2902778" y="1550255"/>
                </a:cubicBezTo>
                <a:cubicBezTo>
                  <a:pt x="2895237" y="1546262"/>
                  <a:pt x="2897101" y="1555287"/>
                  <a:pt x="2895927" y="1560041"/>
                </a:cubicBezTo>
                <a:cubicBezTo>
                  <a:pt x="2871507" y="1559241"/>
                  <a:pt x="2849470" y="1551961"/>
                  <a:pt x="2832118" y="1549677"/>
                </a:cubicBezTo>
                <a:cubicBezTo>
                  <a:pt x="2825445" y="1546291"/>
                  <a:pt x="2850146" y="1542998"/>
                  <a:pt x="2842141" y="1537822"/>
                </a:cubicBezTo>
                <a:cubicBezTo>
                  <a:pt x="2829696" y="1534683"/>
                  <a:pt x="2823239" y="1539598"/>
                  <a:pt x="2809838" y="1535363"/>
                </a:cubicBezTo>
                <a:cubicBezTo>
                  <a:pt x="2790511" y="1557430"/>
                  <a:pt x="2727204" y="1537122"/>
                  <a:pt x="2702163" y="1528596"/>
                </a:cubicBezTo>
                <a:cubicBezTo>
                  <a:pt x="2691387" y="1539066"/>
                  <a:pt x="2657026" y="1532163"/>
                  <a:pt x="2644757" y="1530005"/>
                </a:cubicBezTo>
                <a:cubicBezTo>
                  <a:pt x="2650562" y="1532784"/>
                  <a:pt x="2652362" y="1521605"/>
                  <a:pt x="2662321" y="1522144"/>
                </a:cubicBezTo>
                <a:cubicBezTo>
                  <a:pt x="2652433" y="1513505"/>
                  <a:pt x="2618096" y="1519487"/>
                  <a:pt x="2609028" y="1532439"/>
                </a:cubicBezTo>
                <a:cubicBezTo>
                  <a:pt x="2572073" y="1528010"/>
                  <a:pt x="2536801" y="1527332"/>
                  <a:pt x="2507806" y="1534909"/>
                </a:cubicBezTo>
                <a:cubicBezTo>
                  <a:pt x="2506334" y="1535165"/>
                  <a:pt x="2511738" y="1538521"/>
                  <a:pt x="2512719" y="1538349"/>
                </a:cubicBezTo>
                <a:cubicBezTo>
                  <a:pt x="2482123" y="1538372"/>
                  <a:pt x="2449315" y="1527410"/>
                  <a:pt x="2411641" y="1524622"/>
                </a:cubicBezTo>
                <a:cubicBezTo>
                  <a:pt x="2407952" y="1528043"/>
                  <a:pt x="2407409" y="1530665"/>
                  <a:pt x="2409957" y="1535023"/>
                </a:cubicBezTo>
                <a:cubicBezTo>
                  <a:pt x="2402774" y="1537285"/>
                  <a:pt x="2400184" y="1525606"/>
                  <a:pt x="2396705" y="1533035"/>
                </a:cubicBezTo>
                <a:cubicBezTo>
                  <a:pt x="2391450" y="1531929"/>
                  <a:pt x="2403961" y="1522674"/>
                  <a:pt x="2389962" y="1523596"/>
                </a:cubicBezTo>
                <a:cubicBezTo>
                  <a:pt x="2382377" y="1526435"/>
                  <a:pt x="2383917" y="1532231"/>
                  <a:pt x="2374228" y="1537457"/>
                </a:cubicBezTo>
                <a:cubicBezTo>
                  <a:pt x="2361546" y="1531579"/>
                  <a:pt x="2331726" y="1545871"/>
                  <a:pt x="2340095" y="1528998"/>
                </a:cubicBezTo>
                <a:cubicBezTo>
                  <a:pt x="2338264" y="1537151"/>
                  <a:pt x="2363589" y="1527434"/>
                  <a:pt x="2381081" y="1527672"/>
                </a:cubicBezTo>
                <a:lnTo>
                  <a:pt x="2381887" y="1526520"/>
                </a:lnTo>
                <a:cubicBezTo>
                  <a:pt x="2298232" y="1506977"/>
                  <a:pt x="2231634" y="1485221"/>
                  <a:pt x="2150222" y="1461245"/>
                </a:cubicBezTo>
                <a:close/>
                <a:moveTo>
                  <a:pt x="2106953" y="1459685"/>
                </a:moveTo>
                <a:cubicBezTo>
                  <a:pt x="2077722" y="1464524"/>
                  <a:pt x="2031585" y="1473824"/>
                  <a:pt x="1986084" y="1466842"/>
                </a:cubicBezTo>
                <a:cubicBezTo>
                  <a:pt x="2003524" y="1478840"/>
                  <a:pt x="2030028" y="1482815"/>
                  <a:pt x="2054028" y="1480908"/>
                </a:cubicBezTo>
                <a:cubicBezTo>
                  <a:pt x="2078030" y="1479001"/>
                  <a:pt x="2099526" y="1471213"/>
                  <a:pt x="2106953" y="1459685"/>
                </a:cubicBezTo>
                <a:close/>
                <a:moveTo>
                  <a:pt x="5616931" y="1448922"/>
                </a:moveTo>
                <a:lnTo>
                  <a:pt x="5618366" y="1450278"/>
                </a:lnTo>
                <a:lnTo>
                  <a:pt x="5618175" y="1450223"/>
                </a:lnTo>
                <a:close/>
                <a:moveTo>
                  <a:pt x="5928566" y="1443660"/>
                </a:moveTo>
                <a:cubicBezTo>
                  <a:pt x="5946073" y="1452489"/>
                  <a:pt x="5961481" y="1449551"/>
                  <a:pt x="5968809" y="1463690"/>
                </a:cubicBezTo>
                <a:cubicBezTo>
                  <a:pt x="5951686" y="1459850"/>
                  <a:pt x="5932285" y="1457417"/>
                  <a:pt x="5928566" y="1443660"/>
                </a:cubicBezTo>
                <a:close/>
                <a:moveTo>
                  <a:pt x="6237820" y="1442366"/>
                </a:moveTo>
                <a:lnTo>
                  <a:pt x="6255901" y="1454111"/>
                </a:lnTo>
                <a:lnTo>
                  <a:pt x="6256392" y="1454025"/>
                </a:lnTo>
                <a:cubicBezTo>
                  <a:pt x="6260780" y="1454525"/>
                  <a:pt x="6259555" y="1447662"/>
                  <a:pt x="6265274" y="1449951"/>
                </a:cubicBezTo>
                <a:cubicBezTo>
                  <a:pt x="6274823" y="1463071"/>
                  <a:pt x="6298998" y="1465683"/>
                  <a:pt x="6312430" y="1475852"/>
                </a:cubicBezTo>
                <a:lnTo>
                  <a:pt x="6320274" y="1487610"/>
                </a:lnTo>
                <a:lnTo>
                  <a:pt x="6320274" y="1490949"/>
                </a:lnTo>
                <a:lnTo>
                  <a:pt x="6276439" y="1462916"/>
                </a:lnTo>
                <a:cubicBezTo>
                  <a:pt x="6273672" y="1465483"/>
                  <a:pt x="6252836" y="1459256"/>
                  <a:pt x="6242386" y="1450050"/>
                </a:cubicBezTo>
                <a:close/>
                <a:moveTo>
                  <a:pt x="4745722" y="1440252"/>
                </a:moveTo>
                <a:cubicBezTo>
                  <a:pt x="4742293" y="1438922"/>
                  <a:pt x="4738583" y="1438684"/>
                  <a:pt x="4735902" y="1440667"/>
                </a:cubicBezTo>
                <a:cubicBezTo>
                  <a:pt x="4736572" y="1443710"/>
                  <a:pt x="4739773" y="1446057"/>
                  <a:pt x="4743451" y="1447186"/>
                </a:cubicBezTo>
                <a:cubicBezTo>
                  <a:pt x="4747130" y="1448314"/>
                  <a:pt x="4751285" y="1448222"/>
                  <a:pt x="4753866" y="1446383"/>
                </a:cubicBezTo>
                <a:cubicBezTo>
                  <a:pt x="4752303" y="1444002"/>
                  <a:pt x="4749153" y="1441581"/>
                  <a:pt x="4745722" y="1440252"/>
                </a:cubicBezTo>
                <a:close/>
                <a:moveTo>
                  <a:pt x="6234222" y="1440029"/>
                </a:moveTo>
                <a:lnTo>
                  <a:pt x="6236452" y="1440063"/>
                </a:lnTo>
                <a:lnTo>
                  <a:pt x="6237820" y="1442366"/>
                </a:lnTo>
                <a:close/>
                <a:moveTo>
                  <a:pt x="6179552" y="1435823"/>
                </a:moveTo>
                <a:cubicBezTo>
                  <a:pt x="6192498" y="1443171"/>
                  <a:pt x="6213822" y="1456387"/>
                  <a:pt x="6222169" y="1459229"/>
                </a:cubicBezTo>
                <a:cubicBezTo>
                  <a:pt x="6203609" y="1458673"/>
                  <a:pt x="6196330" y="1456149"/>
                  <a:pt x="6183413" y="1447533"/>
                </a:cubicBezTo>
                <a:cubicBezTo>
                  <a:pt x="6191060" y="1446454"/>
                  <a:pt x="6178378" y="1440576"/>
                  <a:pt x="6179842" y="1436026"/>
                </a:cubicBezTo>
                <a:close/>
                <a:moveTo>
                  <a:pt x="3200269" y="1435557"/>
                </a:moveTo>
                <a:lnTo>
                  <a:pt x="3272239" y="1439112"/>
                </a:lnTo>
                <a:cubicBezTo>
                  <a:pt x="3295353" y="1439855"/>
                  <a:pt x="3318365" y="1440206"/>
                  <a:pt x="3344950" y="1440376"/>
                </a:cubicBezTo>
                <a:cubicBezTo>
                  <a:pt x="3339277" y="1447556"/>
                  <a:pt x="3332293" y="1448457"/>
                  <a:pt x="3324700" y="1447536"/>
                </a:cubicBezTo>
                <a:cubicBezTo>
                  <a:pt x="3317107" y="1446617"/>
                  <a:pt x="3308905" y="1443876"/>
                  <a:pt x="3300794" y="1443773"/>
                </a:cubicBezTo>
                <a:cubicBezTo>
                  <a:pt x="3277197" y="1443335"/>
                  <a:pt x="3248951" y="1449534"/>
                  <a:pt x="3223320" y="1444475"/>
                </a:cubicBezTo>
                <a:close/>
                <a:moveTo>
                  <a:pt x="3198830" y="1435000"/>
                </a:moveTo>
                <a:lnTo>
                  <a:pt x="3200269" y="1435557"/>
                </a:lnTo>
                <a:lnTo>
                  <a:pt x="3198918" y="1435490"/>
                </a:lnTo>
                <a:close/>
                <a:moveTo>
                  <a:pt x="3354819" y="1407290"/>
                </a:moveTo>
                <a:cubicBezTo>
                  <a:pt x="3357993" y="1406832"/>
                  <a:pt x="3361297" y="1406572"/>
                  <a:pt x="3366049" y="1408398"/>
                </a:cubicBezTo>
                <a:cubicBezTo>
                  <a:pt x="3364452" y="1419290"/>
                  <a:pt x="3367696" y="1409122"/>
                  <a:pt x="3371506" y="1409216"/>
                </a:cubicBezTo>
                <a:cubicBezTo>
                  <a:pt x="3367133" y="1417306"/>
                  <a:pt x="3374579" y="1416514"/>
                  <a:pt x="3375077" y="1420724"/>
                </a:cubicBezTo>
                <a:cubicBezTo>
                  <a:pt x="3362194" y="1415134"/>
                  <a:pt x="3349809" y="1413755"/>
                  <a:pt x="3344660" y="1407575"/>
                </a:cubicBezTo>
                <a:lnTo>
                  <a:pt x="3344371" y="1407373"/>
                </a:lnTo>
                <a:cubicBezTo>
                  <a:pt x="3348601" y="1408405"/>
                  <a:pt x="3351645" y="1407748"/>
                  <a:pt x="3354819" y="1407290"/>
                </a:cubicBezTo>
                <a:close/>
                <a:moveTo>
                  <a:pt x="3377217" y="1407211"/>
                </a:moveTo>
                <a:cubicBezTo>
                  <a:pt x="3401356" y="1412104"/>
                  <a:pt x="3441044" y="1412013"/>
                  <a:pt x="3469013" y="1411436"/>
                </a:cubicBezTo>
                <a:cubicBezTo>
                  <a:pt x="3456254" y="1418587"/>
                  <a:pt x="3442240" y="1419070"/>
                  <a:pt x="3427135" y="1418037"/>
                </a:cubicBezTo>
                <a:cubicBezTo>
                  <a:pt x="3412030" y="1417003"/>
                  <a:pt x="3395834" y="1414455"/>
                  <a:pt x="3378704" y="1415544"/>
                </a:cubicBezTo>
                <a:cubicBezTo>
                  <a:pt x="3378873" y="1412229"/>
                  <a:pt x="3375667" y="1411271"/>
                  <a:pt x="3377217" y="1407211"/>
                </a:cubicBezTo>
                <a:close/>
                <a:moveTo>
                  <a:pt x="6116721" y="1406840"/>
                </a:moveTo>
                <a:cubicBezTo>
                  <a:pt x="6128395" y="1414156"/>
                  <a:pt x="6143153" y="1418914"/>
                  <a:pt x="6151252" y="1428874"/>
                </a:cubicBezTo>
                <a:cubicBezTo>
                  <a:pt x="6134217" y="1425524"/>
                  <a:pt x="6116490" y="1422548"/>
                  <a:pt x="6116721" y="1406840"/>
                </a:cubicBezTo>
                <a:close/>
                <a:moveTo>
                  <a:pt x="5948213" y="1406375"/>
                </a:moveTo>
                <a:cubicBezTo>
                  <a:pt x="5966623" y="1418837"/>
                  <a:pt x="6000712" y="1419973"/>
                  <a:pt x="6013960" y="1436113"/>
                </a:cubicBezTo>
                <a:cubicBezTo>
                  <a:pt x="5990529" y="1439436"/>
                  <a:pt x="5973463" y="1418908"/>
                  <a:pt x="5946528" y="1416776"/>
                </a:cubicBezTo>
                <a:cubicBezTo>
                  <a:pt x="5947186" y="1413377"/>
                  <a:pt x="5947555" y="1409775"/>
                  <a:pt x="5948213" y="1406375"/>
                </a:cubicBezTo>
                <a:close/>
                <a:moveTo>
                  <a:pt x="5828739" y="1402928"/>
                </a:moveTo>
                <a:cubicBezTo>
                  <a:pt x="5848122" y="1410923"/>
                  <a:pt x="5864545" y="1410841"/>
                  <a:pt x="5876524" y="1426952"/>
                </a:cubicBezTo>
                <a:cubicBezTo>
                  <a:pt x="5863062" y="1420957"/>
                  <a:pt x="5833192" y="1423632"/>
                  <a:pt x="5828739" y="1402928"/>
                </a:cubicBezTo>
                <a:close/>
                <a:moveTo>
                  <a:pt x="6148080" y="1398345"/>
                </a:moveTo>
                <a:cubicBezTo>
                  <a:pt x="6167953" y="1406254"/>
                  <a:pt x="6188447" y="1413741"/>
                  <a:pt x="6207201" y="1422477"/>
                </a:cubicBezTo>
                <a:lnTo>
                  <a:pt x="6234222" y="1440029"/>
                </a:lnTo>
                <a:lnTo>
                  <a:pt x="6223931" y="1439874"/>
                </a:lnTo>
                <a:cubicBezTo>
                  <a:pt x="6218408" y="1438152"/>
                  <a:pt x="6211764" y="1435645"/>
                  <a:pt x="6204691" y="1434982"/>
                </a:cubicBezTo>
                <a:cubicBezTo>
                  <a:pt x="6204595" y="1430198"/>
                  <a:pt x="6209904" y="1428766"/>
                  <a:pt x="6206034" y="1426914"/>
                </a:cubicBezTo>
                <a:cubicBezTo>
                  <a:pt x="6179038" y="1423025"/>
                  <a:pt x="6159192" y="1413847"/>
                  <a:pt x="6148080" y="1398345"/>
                </a:cubicBezTo>
                <a:close/>
                <a:moveTo>
                  <a:pt x="5902170" y="1387863"/>
                </a:moveTo>
                <a:lnTo>
                  <a:pt x="5902459" y="1388065"/>
                </a:lnTo>
                <a:cubicBezTo>
                  <a:pt x="5907539" y="1388190"/>
                  <a:pt x="5907057" y="1392571"/>
                  <a:pt x="5909457" y="1394680"/>
                </a:cubicBezTo>
                <a:cubicBezTo>
                  <a:pt x="5912586" y="1385289"/>
                  <a:pt x="5923696" y="1400790"/>
                  <a:pt x="5913826" y="1400741"/>
                </a:cubicBezTo>
                <a:cubicBezTo>
                  <a:pt x="5915115" y="1395210"/>
                  <a:pt x="5904498" y="1398071"/>
                  <a:pt x="5900828" y="1395930"/>
                </a:cubicBezTo>
                <a:cubicBezTo>
                  <a:pt x="5901372" y="1393309"/>
                  <a:pt x="5901627" y="1390484"/>
                  <a:pt x="5902170" y="1387863"/>
                </a:cubicBezTo>
                <a:close/>
                <a:moveTo>
                  <a:pt x="2532104" y="1387645"/>
                </a:moveTo>
                <a:cubicBezTo>
                  <a:pt x="2568960" y="1401441"/>
                  <a:pt x="2633257" y="1411720"/>
                  <a:pt x="2666915" y="1428853"/>
                </a:cubicBezTo>
                <a:cubicBezTo>
                  <a:pt x="2684757" y="1431053"/>
                  <a:pt x="2741164" y="1435377"/>
                  <a:pt x="2739260" y="1451630"/>
                </a:cubicBezTo>
                <a:cubicBezTo>
                  <a:pt x="2686224" y="1444948"/>
                  <a:pt x="2623515" y="1419482"/>
                  <a:pt x="2572689" y="1405339"/>
                </a:cubicBezTo>
                <a:cubicBezTo>
                  <a:pt x="2561513" y="1402232"/>
                  <a:pt x="2528754" y="1402886"/>
                  <a:pt x="2531902" y="1387932"/>
                </a:cubicBezTo>
                <a:close/>
                <a:moveTo>
                  <a:pt x="5361969" y="1380631"/>
                </a:moveTo>
                <a:lnTo>
                  <a:pt x="5362258" y="1380834"/>
                </a:lnTo>
                <a:cubicBezTo>
                  <a:pt x="5396976" y="1393990"/>
                  <a:pt x="5451441" y="1393095"/>
                  <a:pt x="5476530" y="1413236"/>
                </a:cubicBezTo>
                <a:cubicBezTo>
                  <a:pt x="5492238" y="1400645"/>
                  <a:pt x="5530528" y="1425311"/>
                  <a:pt x="5544506" y="1429950"/>
                </a:cubicBezTo>
                <a:cubicBezTo>
                  <a:pt x="5537113" y="1431744"/>
                  <a:pt x="5529475" y="1431812"/>
                  <a:pt x="5521684" y="1430780"/>
                </a:cubicBezTo>
                <a:cubicBezTo>
                  <a:pt x="5498311" y="1427684"/>
                  <a:pt x="5473566" y="1414701"/>
                  <a:pt x="5449938" y="1408771"/>
                </a:cubicBezTo>
                <a:cubicBezTo>
                  <a:pt x="5416008" y="1400025"/>
                  <a:pt x="5376959" y="1402279"/>
                  <a:pt x="5361969" y="1380631"/>
                </a:cubicBezTo>
                <a:close/>
                <a:moveTo>
                  <a:pt x="3824878" y="1380526"/>
                </a:moveTo>
                <a:cubicBezTo>
                  <a:pt x="3838540" y="1386232"/>
                  <a:pt x="3852492" y="1392141"/>
                  <a:pt x="3859410" y="1402561"/>
                </a:cubicBezTo>
                <a:cubicBezTo>
                  <a:pt x="3843861" y="1407543"/>
                  <a:pt x="3823361" y="1387613"/>
                  <a:pt x="3824878" y="1380526"/>
                </a:cubicBezTo>
                <a:close/>
                <a:moveTo>
                  <a:pt x="6052769" y="1380075"/>
                </a:moveTo>
                <a:cubicBezTo>
                  <a:pt x="6071686" y="1386888"/>
                  <a:pt x="6091498" y="1393039"/>
                  <a:pt x="6100297" y="1406922"/>
                </a:cubicBezTo>
                <a:cubicBezTo>
                  <a:pt x="6078901" y="1401805"/>
                  <a:pt x="6060473" y="1394906"/>
                  <a:pt x="6052769" y="1380075"/>
                </a:cubicBezTo>
                <a:close/>
                <a:moveTo>
                  <a:pt x="3357367" y="1379587"/>
                </a:moveTo>
                <a:cubicBezTo>
                  <a:pt x="3368990" y="1375287"/>
                  <a:pt x="3374866" y="1384119"/>
                  <a:pt x="3389127" y="1384668"/>
                </a:cubicBezTo>
                <a:cubicBezTo>
                  <a:pt x="3388685" y="1388219"/>
                  <a:pt x="3386579" y="1390149"/>
                  <a:pt x="3383644" y="1390929"/>
                </a:cubicBezTo>
                <a:cubicBezTo>
                  <a:pt x="3374840" y="1393268"/>
                  <a:pt x="3358567" y="1385252"/>
                  <a:pt x="3357367" y="1379587"/>
                </a:cubicBezTo>
                <a:close/>
                <a:moveTo>
                  <a:pt x="6257294" y="1378310"/>
                </a:moveTo>
                <a:cubicBezTo>
                  <a:pt x="6270791" y="1387329"/>
                  <a:pt x="6270014" y="1373060"/>
                  <a:pt x="6276345" y="1378781"/>
                </a:cubicBezTo>
                <a:cubicBezTo>
                  <a:pt x="6271204" y="1376897"/>
                  <a:pt x="6275696" y="1386475"/>
                  <a:pt x="6277833" y="1387113"/>
                </a:cubicBezTo>
                <a:cubicBezTo>
                  <a:pt x="6288449" y="1384253"/>
                  <a:pt x="6308471" y="1394411"/>
                  <a:pt x="6319217" y="1399363"/>
                </a:cubicBezTo>
                <a:cubicBezTo>
                  <a:pt x="6311163" y="1398871"/>
                  <a:pt x="6315389" y="1401294"/>
                  <a:pt x="6319893" y="1404394"/>
                </a:cubicBezTo>
                <a:lnTo>
                  <a:pt x="6320274" y="1404734"/>
                </a:lnTo>
                <a:lnTo>
                  <a:pt x="6320274" y="1412363"/>
                </a:lnTo>
                <a:lnTo>
                  <a:pt x="6290515" y="1395297"/>
                </a:lnTo>
                <a:cubicBezTo>
                  <a:pt x="6278127" y="1390537"/>
                  <a:pt x="6265491" y="1385979"/>
                  <a:pt x="6257294" y="1378310"/>
                </a:cubicBezTo>
                <a:close/>
                <a:moveTo>
                  <a:pt x="5876720" y="1375616"/>
                </a:moveTo>
                <a:cubicBezTo>
                  <a:pt x="5880739" y="1379718"/>
                  <a:pt x="5893984" y="1377411"/>
                  <a:pt x="5891459" y="1385937"/>
                </a:cubicBezTo>
                <a:cubicBezTo>
                  <a:pt x="5890714" y="1388847"/>
                  <a:pt x="5887834" y="1388654"/>
                  <a:pt x="5884528" y="1387839"/>
                </a:cubicBezTo>
                <a:cubicBezTo>
                  <a:pt x="5881221" y="1387025"/>
                  <a:pt x="5877489" y="1385591"/>
                  <a:pt x="5875036" y="1386019"/>
                </a:cubicBezTo>
                <a:cubicBezTo>
                  <a:pt x="5875694" y="1382619"/>
                  <a:pt x="5876062" y="1379017"/>
                  <a:pt x="5876720" y="1375616"/>
                </a:cubicBezTo>
                <a:close/>
                <a:moveTo>
                  <a:pt x="6224593" y="1362273"/>
                </a:moveTo>
                <a:cubicBezTo>
                  <a:pt x="6230601" y="1364764"/>
                  <a:pt x="6244249" y="1361881"/>
                  <a:pt x="6245386" y="1368254"/>
                </a:cubicBezTo>
                <a:cubicBezTo>
                  <a:pt x="6243799" y="1369288"/>
                  <a:pt x="6237769" y="1370212"/>
                  <a:pt x="6232551" y="1369669"/>
                </a:cubicBezTo>
                <a:cubicBezTo>
                  <a:pt x="6227333" y="1369125"/>
                  <a:pt x="6222927" y="1367111"/>
                  <a:pt x="6224593" y="1362273"/>
                </a:cubicBezTo>
                <a:close/>
                <a:moveTo>
                  <a:pt x="4136602" y="1361601"/>
                </a:moveTo>
                <a:lnTo>
                  <a:pt x="4136402" y="1361889"/>
                </a:lnTo>
                <a:cubicBezTo>
                  <a:pt x="4137330" y="1364254"/>
                  <a:pt x="4138257" y="1366620"/>
                  <a:pt x="4137888" y="1370222"/>
                </a:cubicBezTo>
                <a:cubicBezTo>
                  <a:pt x="4144213" y="1371648"/>
                  <a:pt x="4150737" y="1372785"/>
                  <a:pt x="4154313" y="1370141"/>
                </a:cubicBezTo>
                <a:cubicBezTo>
                  <a:pt x="4152273" y="1360134"/>
                  <a:pt x="4146764" y="1361853"/>
                  <a:pt x="4136602" y="1361601"/>
                </a:cubicBezTo>
                <a:close/>
                <a:moveTo>
                  <a:pt x="6137964" y="1358664"/>
                </a:moveTo>
                <a:cubicBezTo>
                  <a:pt x="6150316" y="1357016"/>
                  <a:pt x="6160080" y="1362140"/>
                  <a:pt x="6165755" y="1371259"/>
                </a:cubicBezTo>
                <a:cubicBezTo>
                  <a:pt x="6155488" y="1376080"/>
                  <a:pt x="6142307" y="1365994"/>
                  <a:pt x="6137964" y="1358664"/>
                </a:cubicBezTo>
                <a:close/>
                <a:moveTo>
                  <a:pt x="5385642" y="1351741"/>
                </a:moveTo>
                <a:cubicBezTo>
                  <a:pt x="5442367" y="1355000"/>
                  <a:pt x="5514814" y="1386856"/>
                  <a:pt x="5569923" y="1406571"/>
                </a:cubicBezTo>
                <a:cubicBezTo>
                  <a:pt x="5505073" y="1394619"/>
                  <a:pt x="5441792" y="1373043"/>
                  <a:pt x="5385642" y="1351741"/>
                </a:cubicBezTo>
                <a:close/>
                <a:moveTo>
                  <a:pt x="6017037" y="1349910"/>
                </a:moveTo>
                <a:cubicBezTo>
                  <a:pt x="6063406" y="1357501"/>
                  <a:pt x="6102669" y="1377700"/>
                  <a:pt x="6131998" y="1396093"/>
                </a:cubicBezTo>
                <a:cubicBezTo>
                  <a:pt x="6078982" y="1383848"/>
                  <a:pt x="6062326" y="1367038"/>
                  <a:pt x="6017037" y="1349910"/>
                </a:cubicBezTo>
                <a:close/>
                <a:moveTo>
                  <a:pt x="6123227" y="1348342"/>
                </a:moveTo>
                <a:cubicBezTo>
                  <a:pt x="6127614" y="1348841"/>
                  <a:pt x="6131801" y="1349628"/>
                  <a:pt x="6136479" y="1350330"/>
                </a:cubicBezTo>
                <a:cubicBezTo>
                  <a:pt x="6136647" y="1356239"/>
                  <a:pt x="6132726" y="1357997"/>
                  <a:pt x="6129066" y="1357150"/>
                </a:cubicBezTo>
                <a:cubicBezTo>
                  <a:pt x="6125406" y="1356303"/>
                  <a:pt x="6122008" y="1352850"/>
                  <a:pt x="6123227" y="1348342"/>
                </a:cubicBezTo>
                <a:close/>
                <a:moveTo>
                  <a:pt x="3306609" y="1338897"/>
                </a:moveTo>
                <a:cubicBezTo>
                  <a:pt x="3318101" y="1340937"/>
                  <a:pt x="3329505" y="1342490"/>
                  <a:pt x="3340996" y="1344531"/>
                </a:cubicBezTo>
                <a:cubicBezTo>
                  <a:pt x="3337570" y="1349424"/>
                  <a:pt x="3329995" y="1350554"/>
                  <a:pt x="3322767" y="1349191"/>
                </a:cubicBezTo>
                <a:cubicBezTo>
                  <a:pt x="3315537" y="1347828"/>
                  <a:pt x="3308654" y="1343974"/>
                  <a:pt x="3306609" y="1338897"/>
                </a:cubicBezTo>
                <a:close/>
                <a:moveTo>
                  <a:pt x="5966737" y="1338708"/>
                </a:moveTo>
                <a:cubicBezTo>
                  <a:pt x="5982875" y="1356872"/>
                  <a:pt x="6025016" y="1356353"/>
                  <a:pt x="6033717" y="1379603"/>
                </a:cubicBezTo>
                <a:cubicBezTo>
                  <a:pt x="5999516" y="1365092"/>
                  <a:pt x="5993131" y="1361908"/>
                  <a:pt x="5962513" y="1349047"/>
                </a:cubicBezTo>
                <a:cubicBezTo>
                  <a:pt x="5963862" y="1345274"/>
                  <a:pt x="5963303" y="1339307"/>
                  <a:pt x="5967026" y="1338911"/>
                </a:cubicBezTo>
                <a:close/>
                <a:moveTo>
                  <a:pt x="6125910" y="1332207"/>
                </a:moveTo>
                <a:cubicBezTo>
                  <a:pt x="6141474" y="1335814"/>
                  <a:pt x="6153262" y="1342353"/>
                  <a:pt x="6160987" y="1351620"/>
                </a:cubicBezTo>
                <a:cubicBezTo>
                  <a:pt x="6147558" y="1348652"/>
                  <a:pt x="6129260" y="1349566"/>
                  <a:pt x="6124568" y="1340276"/>
                </a:cubicBezTo>
                <a:cubicBezTo>
                  <a:pt x="6125112" y="1337653"/>
                  <a:pt x="6125366" y="1334828"/>
                  <a:pt x="6125910" y="1332207"/>
                </a:cubicBezTo>
                <a:close/>
                <a:moveTo>
                  <a:pt x="5956897" y="1321266"/>
                </a:moveTo>
                <a:lnTo>
                  <a:pt x="5987074" y="1330268"/>
                </a:lnTo>
                <a:cubicBezTo>
                  <a:pt x="5997050" y="1333553"/>
                  <a:pt x="6006104" y="1337535"/>
                  <a:pt x="6012380" y="1343645"/>
                </a:cubicBezTo>
                <a:cubicBezTo>
                  <a:pt x="6008657" y="1344040"/>
                  <a:pt x="6006842" y="1346630"/>
                  <a:pt x="6001413" y="1344544"/>
                </a:cubicBezTo>
                <a:cubicBezTo>
                  <a:pt x="6000180" y="1333387"/>
                  <a:pt x="5979867" y="1338062"/>
                  <a:pt x="5966519" y="1331753"/>
                </a:cubicBezTo>
                <a:close/>
                <a:moveTo>
                  <a:pt x="5956458" y="1320787"/>
                </a:moveTo>
                <a:lnTo>
                  <a:pt x="5956897" y="1321266"/>
                </a:lnTo>
                <a:lnTo>
                  <a:pt x="5956256" y="1321074"/>
                </a:lnTo>
                <a:close/>
                <a:moveTo>
                  <a:pt x="5901933" y="1319925"/>
                </a:moveTo>
                <a:cubicBezTo>
                  <a:pt x="5922132" y="1316912"/>
                  <a:pt x="5945850" y="1327943"/>
                  <a:pt x="5952888" y="1341879"/>
                </a:cubicBezTo>
                <a:cubicBezTo>
                  <a:pt x="5925623" y="1332224"/>
                  <a:pt x="5918090" y="1332525"/>
                  <a:pt x="5901933" y="1319925"/>
                </a:cubicBezTo>
                <a:close/>
                <a:moveTo>
                  <a:pt x="5933836" y="1308808"/>
                </a:moveTo>
                <a:cubicBezTo>
                  <a:pt x="5942587" y="1311074"/>
                  <a:pt x="5951538" y="1313052"/>
                  <a:pt x="5956713" y="1317963"/>
                </a:cubicBezTo>
                <a:cubicBezTo>
                  <a:pt x="5951952" y="1318918"/>
                  <a:pt x="5945930" y="1320600"/>
                  <a:pt x="5941250" y="1320056"/>
                </a:cubicBezTo>
                <a:cubicBezTo>
                  <a:pt x="5936569" y="1319513"/>
                  <a:pt x="5933230" y="1316747"/>
                  <a:pt x="5933836" y="1308808"/>
                </a:cubicBezTo>
                <a:close/>
                <a:moveTo>
                  <a:pt x="6112113" y="1300242"/>
                </a:moveTo>
                <a:cubicBezTo>
                  <a:pt x="6103231" y="1304316"/>
                  <a:pt x="6118339" y="1311035"/>
                  <a:pt x="6126852" y="1310562"/>
                </a:cubicBezTo>
                <a:cubicBezTo>
                  <a:pt x="6132462" y="1299477"/>
                  <a:pt x="6110973" y="1308022"/>
                  <a:pt x="6112113" y="1300242"/>
                </a:cubicBezTo>
                <a:close/>
                <a:moveTo>
                  <a:pt x="5903418" y="1295658"/>
                </a:moveTo>
                <a:cubicBezTo>
                  <a:pt x="5912169" y="1297925"/>
                  <a:pt x="5926972" y="1295852"/>
                  <a:pt x="5923412" y="1307086"/>
                </a:cubicBezTo>
                <a:cubicBezTo>
                  <a:pt x="5912088" y="1301731"/>
                  <a:pt x="5906210" y="1307050"/>
                  <a:pt x="5903418" y="1295658"/>
                </a:cubicBezTo>
                <a:close/>
                <a:moveTo>
                  <a:pt x="5877713" y="1286238"/>
                </a:moveTo>
                <a:cubicBezTo>
                  <a:pt x="5885569" y="1289166"/>
                  <a:pt x="5896308" y="1289822"/>
                  <a:pt x="5897708" y="1297665"/>
                </a:cubicBezTo>
                <a:cubicBezTo>
                  <a:pt x="5891681" y="1300737"/>
                  <a:pt x="5879716" y="1293217"/>
                  <a:pt x="5877713" y="1286238"/>
                </a:cubicBezTo>
                <a:close/>
                <a:moveTo>
                  <a:pt x="2882675" y="1268958"/>
                </a:moveTo>
                <a:cubicBezTo>
                  <a:pt x="2878711" y="1280766"/>
                  <a:pt x="2892238" y="1274367"/>
                  <a:pt x="2891957" y="1278459"/>
                </a:cubicBezTo>
                <a:cubicBezTo>
                  <a:pt x="2897642" y="1277721"/>
                  <a:pt x="2890033" y="1267675"/>
                  <a:pt x="2882675" y="1268958"/>
                </a:cubicBezTo>
                <a:close/>
                <a:moveTo>
                  <a:pt x="2664606" y="1268534"/>
                </a:moveTo>
                <a:cubicBezTo>
                  <a:pt x="2672322" y="1273507"/>
                  <a:pt x="2686407" y="1273074"/>
                  <a:pt x="2690057" y="1280779"/>
                </a:cubicBezTo>
                <a:cubicBezTo>
                  <a:pt x="2692616" y="1275278"/>
                  <a:pt x="2684007" y="1270967"/>
                  <a:pt x="2694026" y="1273264"/>
                </a:cubicBezTo>
                <a:cubicBezTo>
                  <a:pt x="2712298" y="1273618"/>
                  <a:pt x="2714082" y="1286449"/>
                  <a:pt x="2718390" y="1290753"/>
                </a:cubicBezTo>
                <a:cubicBezTo>
                  <a:pt x="2734035" y="1290554"/>
                  <a:pt x="2752279" y="1292178"/>
                  <a:pt x="2760063" y="1303205"/>
                </a:cubicBezTo>
                <a:cubicBezTo>
                  <a:pt x="2744146" y="1311790"/>
                  <a:pt x="2726205" y="1286359"/>
                  <a:pt x="2714709" y="1298470"/>
                </a:cubicBezTo>
                <a:cubicBezTo>
                  <a:pt x="2801099" y="1346092"/>
                  <a:pt x="2908283" y="1385543"/>
                  <a:pt x="3017723" y="1410702"/>
                </a:cubicBezTo>
                <a:cubicBezTo>
                  <a:pt x="3066755" y="1421871"/>
                  <a:pt x="3120325" y="1421638"/>
                  <a:pt x="3169356" y="1432807"/>
                </a:cubicBezTo>
                <a:cubicBezTo>
                  <a:pt x="3177528" y="1434668"/>
                  <a:pt x="3192955" y="1426169"/>
                  <a:pt x="3194860" y="1442515"/>
                </a:cubicBezTo>
                <a:cubicBezTo>
                  <a:pt x="3037296" y="1428267"/>
                  <a:pt x="2872543" y="1397834"/>
                  <a:pt x="2756238" y="1327120"/>
                </a:cubicBezTo>
                <a:cubicBezTo>
                  <a:pt x="2719007" y="1312631"/>
                  <a:pt x="2684457" y="1296159"/>
                  <a:pt x="2664895" y="1268736"/>
                </a:cubicBezTo>
                <a:close/>
                <a:moveTo>
                  <a:pt x="1392910" y="1263387"/>
                </a:moveTo>
                <a:cubicBezTo>
                  <a:pt x="1421681" y="1275812"/>
                  <a:pt x="1464650" y="1287027"/>
                  <a:pt x="1509069" y="1285102"/>
                </a:cubicBezTo>
                <a:cubicBezTo>
                  <a:pt x="1477883" y="1261979"/>
                  <a:pt x="1424250" y="1260455"/>
                  <a:pt x="1392910" y="1263387"/>
                </a:cubicBezTo>
                <a:close/>
                <a:moveTo>
                  <a:pt x="3158747" y="1262814"/>
                </a:moveTo>
                <a:cubicBezTo>
                  <a:pt x="3163826" y="1262939"/>
                  <a:pt x="3168344" y="1271251"/>
                  <a:pt x="3181622" y="1271968"/>
                </a:cubicBezTo>
                <a:cubicBezTo>
                  <a:pt x="3181406" y="1263668"/>
                  <a:pt x="3164081" y="1260116"/>
                  <a:pt x="3158747" y="1262814"/>
                </a:cubicBezTo>
                <a:close/>
                <a:moveTo>
                  <a:pt x="2945801" y="1258671"/>
                </a:moveTo>
                <a:cubicBezTo>
                  <a:pt x="2945238" y="1256656"/>
                  <a:pt x="2946977" y="1255702"/>
                  <a:pt x="2952188" y="1258868"/>
                </a:cubicBezTo>
                <a:cubicBezTo>
                  <a:pt x="2941921" y="1263689"/>
                  <a:pt x="2963120" y="1254942"/>
                  <a:pt x="2962356" y="1263415"/>
                </a:cubicBezTo>
                <a:cubicBezTo>
                  <a:pt x="2959040" y="1265382"/>
                  <a:pt x="2955879" y="1265554"/>
                  <a:pt x="2953218" y="1264837"/>
                </a:cubicBezTo>
                <a:cubicBezTo>
                  <a:pt x="2949226" y="1263761"/>
                  <a:pt x="2946363" y="1260686"/>
                  <a:pt x="2945801" y="1258671"/>
                </a:cubicBezTo>
                <a:close/>
                <a:moveTo>
                  <a:pt x="2783681" y="1258405"/>
                </a:moveTo>
                <a:cubicBezTo>
                  <a:pt x="2813197" y="1267920"/>
                  <a:pt x="2839381" y="1287114"/>
                  <a:pt x="2866540" y="1301841"/>
                </a:cubicBezTo>
                <a:cubicBezTo>
                  <a:pt x="2996554" y="1371430"/>
                  <a:pt x="3177214" y="1388984"/>
                  <a:pt x="3338861" y="1409091"/>
                </a:cubicBezTo>
                <a:cubicBezTo>
                  <a:pt x="3257557" y="1412641"/>
                  <a:pt x="3168280" y="1395593"/>
                  <a:pt x="3080096" y="1377599"/>
                </a:cubicBezTo>
                <a:cubicBezTo>
                  <a:pt x="2984320" y="1358145"/>
                  <a:pt x="2889369" y="1331979"/>
                  <a:pt x="2823125" y="1283880"/>
                </a:cubicBezTo>
                <a:cubicBezTo>
                  <a:pt x="2804847" y="1279230"/>
                  <a:pt x="2787461" y="1273919"/>
                  <a:pt x="2783681" y="1258405"/>
                </a:cubicBezTo>
                <a:close/>
                <a:moveTo>
                  <a:pt x="5334338" y="1248477"/>
                </a:moveTo>
                <a:cubicBezTo>
                  <a:pt x="5391386" y="1254965"/>
                  <a:pt x="5444931" y="1288597"/>
                  <a:pt x="5500511" y="1313788"/>
                </a:cubicBezTo>
                <a:cubicBezTo>
                  <a:pt x="5583591" y="1351374"/>
                  <a:pt x="5672627" y="1393987"/>
                  <a:pt x="5757627" y="1423908"/>
                </a:cubicBezTo>
                <a:cubicBezTo>
                  <a:pt x="5807506" y="1441248"/>
                  <a:pt x="5855811" y="1449765"/>
                  <a:pt x="5900921" y="1480065"/>
                </a:cubicBezTo>
                <a:cubicBezTo>
                  <a:pt x="5686819" y="1421081"/>
                  <a:pt x="5503188" y="1325958"/>
                  <a:pt x="5334338" y="1248477"/>
                </a:cubicBezTo>
                <a:close/>
                <a:moveTo>
                  <a:pt x="2774853" y="1245790"/>
                </a:moveTo>
                <a:lnTo>
                  <a:pt x="2774652" y="1246077"/>
                </a:lnTo>
                <a:cubicBezTo>
                  <a:pt x="2774345" y="1251439"/>
                  <a:pt x="2786230" y="1248609"/>
                  <a:pt x="2783935" y="1255580"/>
                </a:cubicBezTo>
                <a:cubicBezTo>
                  <a:pt x="2780211" y="1255975"/>
                  <a:pt x="2778398" y="1258566"/>
                  <a:pt x="2772968" y="1256479"/>
                </a:cubicBezTo>
                <a:cubicBezTo>
                  <a:pt x="2772618" y="1254519"/>
                  <a:pt x="2768127" y="1244940"/>
                  <a:pt x="2774853" y="1245790"/>
                </a:cubicBezTo>
                <a:close/>
                <a:moveTo>
                  <a:pt x="5692890" y="1234031"/>
                </a:moveTo>
                <a:cubicBezTo>
                  <a:pt x="5709321" y="1238245"/>
                  <a:pt x="5730308" y="1239643"/>
                  <a:pt x="5733134" y="1254059"/>
                </a:cubicBezTo>
                <a:cubicBezTo>
                  <a:pt x="5719585" y="1247574"/>
                  <a:pt x="5697906" y="1246550"/>
                  <a:pt x="5692890" y="1234031"/>
                </a:cubicBezTo>
                <a:close/>
                <a:moveTo>
                  <a:pt x="2413730" y="1224548"/>
                </a:moveTo>
                <a:cubicBezTo>
                  <a:pt x="2418574" y="1221935"/>
                  <a:pt x="2434803" y="1226436"/>
                  <a:pt x="2436606" y="1233704"/>
                </a:cubicBezTo>
                <a:cubicBezTo>
                  <a:pt x="2431270" y="1236401"/>
                  <a:pt x="2413947" y="1232850"/>
                  <a:pt x="2413730" y="1224548"/>
                </a:cubicBezTo>
                <a:close/>
                <a:moveTo>
                  <a:pt x="6242495" y="1221680"/>
                </a:moveTo>
                <a:cubicBezTo>
                  <a:pt x="6239882" y="1229717"/>
                  <a:pt x="6246697" y="1231057"/>
                  <a:pt x="6254405" y="1231736"/>
                </a:cubicBezTo>
                <a:cubicBezTo>
                  <a:pt x="6250069" y="1228700"/>
                  <a:pt x="6251789" y="1221326"/>
                  <a:pt x="6242495" y="1221680"/>
                </a:cubicBezTo>
                <a:close/>
                <a:moveTo>
                  <a:pt x="2385367" y="1214038"/>
                </a:moveTo>
                <a:cubicBezTo>
                  <a:pt x="2389307" y="1211871"/>
                  <a:pt x="2395028" y="1217887"/>
                  <a:pt x="2403902" y="1217667"/>
                </a:cubicBezTo>
                <a:cubicBezTo>
                  <a:pt x="2403266" y="1221189"/>
                  <a:pt x="2402294" y="1223001"/>
                  <a:pt x="2401013" y="1223754"/>
                </a:cubicBezTo>
                <a:cubicBezTo>
                  <a:pt x="2397172" y="1226011"/>
                  <a:pt x="2390563" y="1218727"/>
                  <a:pt x="2381970" y="1219466"/>
                </a:cubicBezTo>
                <a:cubicBezTo>
                  <a:pt x="2382938" y="1216392"/>
                  <a:pt x="2384054" y="1214760"/>
                  <a:pt x="2385367" y="1214038"/>
                </a:cubicBezTo>
                <a:close/>
                <a:moveTo>
                  <a:pt x="1323446" y="1205741"/>
                </a:moveTo>
                <a:cubicBezTo>
                  <a:pt x="1322086" y="1232133"/>
                  <a:pt x="1365510" y="1252002"/>
                  <a:pt x="1399459" y="1253053"/>
                </a:cubicBezTo>
                <a:cubicBezTo>
                  <a:pt x="1410775" y="1253405"/>
                  <a:pt x="1421039" y="1251664"/>
                  <a:pt x="1428239" y="1247376"/>
                </a:cubicBezTo>
                <a:cubicBezTo>
                  <a:pt x="1395458" y="1235146"/>
                  <a:pt x="1343555" y="1216390"/>
                  <a:pt x="1323446" y="1205741"/>
                </a:cubicBezTo>
                <a:close/>
                <a:moveTo>
                  <a:pt x="5421672" y="1195103"/>
                </a:moveTo>
                <a:cubicBezTo>
                  <a:pt x="5511285" y="1205522"/>
                  <a:pt x="5586426" y="1258136"/>
                  <a:pt x="5666189" y="1281389"/>
                </a:cubicBezTo>
                <a:cubicBezTo>
                  <a:pt x="5708411" y="1309666"/>
                  <a:pt x="5774022" y="1327298"/>
                  <a:pt x="5802633" y="1347331"/>
                </a:cubicBezTo>
                <a:cubicBezTo>
                  <a:pt x="5820327" y="1347281"/>
                  <a:pt x="5847276" y="1358002"/>
                  <a:pt x="5852501" y="1374528"/>
                </a:cubicBezTo>
                <a:cubicBezTo>
                  <a:pt x="5702008" y="1312045"/>
                  <a:pt x="5575250" y="1255028"/>
                  <a:pt x="5421672" y="1195103"/>
                </a:cubicBezTo>
                <a:close/>
                <a:moveTo>
                  <a:pt x="5329135" y="1179637"/>
                </a:moveTo>
                <a:lnTo>
                  <a:pt x="5329223" y="1179770"/>
                </a:lnTo>
                <a:lnTo>
                  <a:pt x="5328933" y="1179924"/>
                </a:lnTo>
                <a:close/>
                <a:moveTo>
                  <a:pt x="3144568" y="1179111"/>
                </a:moveTo>
                <a:lnTo>
                  <a:pt x="3144468" y="1179286"/>
                </a:lnTo>
                <a:lnTo>
                  <a:pt x="3144077" y="1179196"/>
                </a:lnTo>
                <a:close/>
                <a:moveTo>
                  <a:pt x="1872914" y="1176890"/>
                </a:moveTo>
                <a:lnTo>
                  <a:pt x="1930030" y="1186309"/>
                </a:lnTo>
                <a:cubicBezTo>
                  <a:pt x="2015216" y="1206107"/>
                  <a:pt x="2107679" y="1241979"/>
                  <a:pt x="2191182" y="1269887"/>
                </a:cubicBezTo>
                <a:cubicBezTo>
                  <a:pt x="2242245" y="1286768"/>
                  <a:pt x="2290161" y="1304449"/>
                  <a:pt x="2335275" y="1320597"/>
                </a:cubicBezTo>
                <a:cubicBezTo>
                  <a:pt x="2373603" y="1334137"/>
                  <a:pt x="2405656" y="1357867"/>
                  <a:pt x="2442100" y="1367945"/>
                </a:cubicBezTo>
                <a:cubicBezTo>
                  <a:pt x="2466878" y="1375001"/>
                  <a:pt x="2514702" y="1373746"/>
                  <a:pt x="2525157" y="1392645"/>
                </a:cubicBezTo>
                <a:cubicBezTo>
                  <a:pt x="2507988" y="1395638"/>
                  <a:pt x="2484967" y="1370080"/>
                  <a:pt x="2469092" y="1385986"/>
                </a:cubicBezTo>
                <a:cubicBezTo>
                  <a:pt x="2369263" y="1345255"/>
                  <a:pt x="2259741" y="1305452"/>
                  <a:pt x="2148114" y="1268039"/>
                </a:cubicBezTo>
                <a:cubicBezTo>
                  <a:pt x="2072792" y="1242749"/>
                  <a:pt x="1999591" y="1209508"/>
                  <a:pt x="1923592" y="1193181"/>
                </a:cubicBezTo>
                <a:cubicBezTo>
                  <a:pt x="1910944" y="1190330"/>
                  <a:pt x="1900307" y="1189530"/>
                  <a:pt x="1891704" y="1187742"/>
                </a:cubicBezTo>
                <a:close/>
                <a:moveTo>
                  <a:pt x="1872039" y="1176385"/>
                </a:moveTo>
                <a:lnTo>
                  <a:pt x="1872914" y="1176890"/>
                </a:lnTo>
                <a:lnTo>
                  <a:pt x="1871208" y="1176608"/>
                </a:lnTo>
                <a:close/>
                <a:moveTo>
                  <a:pt x="5337816" y="1175851"/>
                </a:moveTo>
                <a:cubicBezTo>
                  <a:pt x="5473842" y="1233779"/>
                  <a:pt x="5591503" y="1305014"/>
                  <a:pt x="5735455" y="1357772"/>
                </a:cubicBezTo>
                <a:cubicBezTo>
                  <a:pt x="5752354" y="1381615"/>
                  <a:pt x="5804682" y="1380081"/>
                  <a:pt x="5820400" y="1404382"/>
                </a:cubicBezTo>
                <a:cubicBezTo>
                  <a:pt x="5649277" y="1346755"/>
                  <a:pt x="5484873" y="1253084"/>
                  <a:pt x="5331220" y="1182812"/>
                </a:cubicBezTo>
                <a:lnTo>
                  <a:pt x="5329223" y="1179770"/>
                </a:lnTo>
                <a:lnTo>
                  <a:pt x="5333234" y="1177628"/>
                </a:lnTo>
                <a:cubicBezTo>
                  <a:pt x="5335164" y="1177639"/>
                  <a:pt x="5337141" y="1177737"/>
                  <a:pt x="5337816" y="1175851"/>
                </a:cubicBezTo>
                <a:close/>
                <a:moveTo>
                  <a:pt x="1848676" y="1172893"/>
                </a:moveTo>
                <a:lnTo>
                  <a:pt x="1871208" y="1176608"/>
                </a:lnTo>
                <a:lnTo>
                  <a:pt x="1858767" y="1179960"/>
                </a:lnTo>
                <a:close/>
                <a:moveTo>
                  <a:pt x="1190122" y="1172865"/>
                </a:moveTo>
                <a:cubicBezTo>
                  <a:pt x="1222043" y="1202936"/>
                  <a:pt x="1264282" y="1225650"/>
                  <a:pt x="1321109" y="1237989"/>
                </a:cubicBezTo>
                <a:cubicBezTo>
                  <a:pt x="1286895" y="1200736"/>
                  <a:pt x="1247694" y="1182294"/>
                  <a:pt x="1190122" y="1172865"/>
                </a:cubicBezTo>
                <a:close/>
                <a:moveTo>
                  <a:pt x="1848076" y="1172472"/>
                </a:moveTo>
                <a:lnTo>
                  <a:pt x="1848676" y="1172893"/>
                </a:lnTo>
                <a:lnTo>
                  <a:pt x="1847874" y="1172761"/>
                </a:lnTo>
                <a:close/>
                <a:moveTo>
                  <a:pt x="2820404" y="1166592"/>
                </a:moveTo>
                <a:cubicBezTo>
                  <a:pt x="2832192" y="1173132"/>
                  <a:pt x="2847958" y="1176449"/>
                  <a:pt x="2849426" y="1190346"/>
                </a:cubicBezTo>
                <a:cubicBezTo>
                  <a:pt x="2831584" y="1188148"/>
                  <a:pt x="2827233" y="1176523"/>
                  <a:pt x="2820404" y="1166592"/>
                </a:cubicBezTo>
                <a:close/>
                <a:moveTo>
                  <a:pt x="6151150" y="1163296"/>
                </a:moveTo>
                <a:cubicBezTo>
                  <a:pt x="6150490" y="1180849"/>
                  <a:pt x="6163521" y="1188687"/>
                  <a:pt x="6184596" y="1190575"/>
                </a:cubicBezTo>
                <a:cubicBezTo>
                  <a:pt x="6173842" y="1181330"/>
                  <a:pt x="6164586" y="1170559"/>
                  <a:pt x="6151150" y="1163296"/>
                </a:cubicBezTo>
                <a:close/>
                <a:moveTo>
                  <a:pt x="5889498" y="1162380"/>
                </a:moveTo>
                <a:lnTo>
                  <a:pt x="5889385" y="1163158"/>
                </a:lnTo>
                <a:cubicBezTo>
                  <a:pt x="5994524" y="1220907"/>
                  <a:pt x="6095686" y="1281876"/>
                  <a:pt x="6207282" y="1334710"/>
                </a:cubicBezTo>
                <a:cubicBezTo>
                  <a:pt x="6207419" y="1346816"/>
                  <a:pt x="6221337" y="1349698"/>
                  <a:pt x="6221965" y="1361719"/>
                </a:cubicBezTo>
                <a:cubicBezTo>
                  <a:pt x="6193019" y="1348314"/>
                  <a:pt x="6170124" y="1344722"/>
                  <a:pt x="6148387" y="1327786"/>
                </a:cubicBezTo>
                <a:cubicBezTo>
                  <a:pt x="6159179" y="1325906"/>
                  <a:pt x="6166648" y="1337998"/>
                  <a:pt x="6172352" y="1331698"/>
                </a:cubicBezTo>
                <a:cubicBezTo>
                  <a:pt x="6133036" y="1314034"/>
                  <a:pt x="6086466" y="1306732"/>
                  <a:pt x="6042453" y="1293929"/>
                </a:cubicBezTo>
                <a:cubicBezTo>
                  <a:pt x="6066950" y="1305077"/>
                  <a:pt x="6080523" y="1324445"/>
                  <a:pt x="6109689" y="1332001"/>
                </a:cubicBezTo>
                <a:cubicBezTo>
                  <a:pt x="6112248" y="1326500"/>
                  <a:pt x="6103437" y="1322475"/>
                  <a:pt x="6113658" y="1324486"/>
                </a:cubicBezTo>
                <a:cubicBezTo>
                  <a:pt x="6121164" y="1325452"/>
                  <a:pt x="6118955" y="1332913"/>
                  <a:pt x="6122686" y="1336812"/>
                </a:cubicBezTo>
                <a:cubicBezTo>
                  <a:pt x="6083085" y="1337393"/>
                  <a:pt x="6043055" y="1307218"/>
                  <a:pt x="6029658" y="1288830"/>
                </a:cubicBezTo>
                <a:cubicBezTo>
                  <a:pt x="6021714" y="1285412"/>
                  <a:pt x="6023464" y="1295216"/>
                  <a:pt x="6015520" y="1291798"/>
                </a:cubicBezTo>
                <a:cubicBezTo>
                  <a:pt x="6017178" y="1282664"/>
                  <a:pt x="6004538" y="1284109"/>
                  <a:pt x="6004408" y="1276297"/>
                </a:cubicBezTo>
                <a:cubicBezTo>
                  <a:pt x="6037369" y="1275356"/>
                  <a:pt x="6074948" y="1305959"/>
                  <a:pt x="6104687" y="1295471"/>
                </a:cubicBezTo>
                <a:cubicBezTo>
                  <a:pt x="6026801" y="1257234"/>
                  <a:pt x="5961426" y="1209741"/>
                  <a:pt x="5879474" y="1174234"/>
                </a:cubicBezTo>
                <a:cubicBezTo>
                  <a:pt x="5892255" y="1170744"/>
                  <a:pt x="5881212" y="1161297"/>
                  <a:pt x="5889498" y="1162380"/>
                </a:cubicBezTo>
                <a:close/>
                <a:moveTo>
                  <a:pt x="5748862" y="1156554"/>
                </a:moveTo>
                <a:lnTo>
                  <a:pt x="5749190" y="1156712"/>
                </a:lnTo>
                <a:lnTo>
                  <a:pt x="5748661" y="1156841"/>
                </a:lnTo>
                <a:close/>
                <a:moveTo>
                  <a:pt x="1770545" y="1154919"/>
                </a:moveTo>
                <a:cubicBezTo>
                  <a:pt x="1791267" y="1155456"/>
                  <a:pt x="1805914" y="1165792"/>
                  <a:pt x="1830655" y="1164136"/>
                </a:cubicBezTo>
                <a:cubicBezTo>
                  <a:pt x="1825348" y="1166639"/>
                  <a:pt x="1819038" y="1167770"/>
                  <a:pt x="1812169" y="1167999"/>
                </a:cubicBezTo>
                <a:cubicBezTo>
                  <a:pt x="1791557" y="1168687"/>
                  <a:pt x="1765907" y="1161262"/>
                  <a:pt x="1747199" y="1158457"/>
                </a:cubicBezTo>
                <a:cubicBezTo>
                  <a:pt x="1756055" y="1155651"/>
                  <a:pt x="1763638" y="1154741"/>
                  <a:pt x="1770545" y="1154919"/>
                </a:cubicBezTo>
                <a:close/>
                <a:moveTo>
                  <a:pt x="5758087" y="1150145"/>
                </a:moveTo>
                <a:cubicBezTo>
                  <a:pt x="5789676" y="1172693"/>
                  <a:pt x="5843605" y="1178714"/>
                  <a:pt x="5868737" y="1206177"/>
                </a:cubicBezTo>
                <a:cubicBezTo>
                  <a:pt x="5847732" y="1203265"/>
                  <a:pt x="5827678" y="1194692"/>
                  <a:pt x="5807918" y="1184930"/>
                </a:cubicBezTo>
                <a:lnTo>
                  <a:pt x="5749190" y="1156712"/>
                </a:lnTo>
                <a:lnTo>
                  <a:pt x="5754838" y="1155323"/>
                </a:lnTo>
                <a:cubicBezTo>
                  <a:pt x="5755914" y="1153557"/>
                  <a:pt x="5756501" y="1151180"/>
                  <a:pt x="5758087" y="1150145"/>
                </a:cubicBezTo>
                <a:close/>
                <a:moveTo>
                  <a:pt x="5732083" y="1143305"/>
                </a:moveTo>
                <a:cubicBezTo>
                  <a:pt x="5736405" y="1143436"/>
                  <a:pt x="5740614" y="1144345"/>
                  <a:pt x="5745037" y="1147871"/>
                </a:cubicBezTo>
                <a:cubicBezTo>
                  <a:pt x="5742714" y="1149033"/>
                  <a:pt x="5736770" y="1149374"/>
                  <a:pt x="5731053" y="1148696"/>
                </a:cubicBezTo>
                <a:cubicBezTo>
                  <a:pt x="5725337" y="1148016"/>
                  <a:pt x="5719850" y="1146319"/>
                  <a:pt x="5718445" y="1143406"/>
                </a:cubicBezTo>
                <a:cubicBezTo>
                  <a:pt x="5723324" y="1143820"/>
                  <a:pt x="5727760" y="1143173"/>
                  <a:pt x="5732083" y="1143305"/>
                </a:cubicBezTo>
                <a:close/>
                <a:moveTo>
                  <a:pt x="2940952" y="1142054"/>
                </a:moveTo>
                <a:lnTo>
                  <a:pt x="2942354" y="1143409"/>
                </a:lnTo>
                <a:lnTo>
                  <a:pt x="2942409" y="1143664"/>
                </a:lnTo>
                <a:cubicBezTo>
                  <a:pt x="2942003" y="1144398"/>
                  <a:pt x="2941202" y="1144159"/>
                  <a:pt x="2940952" y="1142054"/>
                </a:cubicBezTo>
                <a:close/>
                <a:moveTo>
                  <a:pt x="3229418" y="1141585"/>
                </a:moveTo>
                <a:cubicBezTo>
                  <a:pt x="3248021" y="1149464"/>
                  <a:pt x="3261535" y="1152922"/>
                  <a:pt x="3269407" y="1164439"/>
                </a:cubicBezTo>
                <a:cubicBezTo>
                  <a:pt x="3251496" y="1156186"/>
                  <a:pt x="3240154" y="1156394"/>
                  <a:pt x="3229418" y="1141585"/>
                </a:cubicBezTo>
                <a:close/>
                <a:moveTo>
                  <a:pt x="2941497" y="1139432"/>
                </a:moveTo>
                <a:lnTo>
                  <a:pt x="2941714" y="1140441"/>
                </a:lnTo>
                <a:lnTo>
                  <a:pt x="2941672" y="1140413"/>
                </a:lnTo>
                <a:close/>
                <a:moveTo>
                  <a:pt x="2406638" y="1133798"/>
                </a:moveTo>
                <a:cubicBezTo>
                  <a:pt x="2412087" y="1130320"/>
                  <a:pt x="2426153" y="1135451"/>
                  <a:pt x="2424006" y="1144671"/>
                </a:cubicBezTo>
                <a:cubicBezTo>
                  <a:pt x="2416036" y="1142522"/>
                  <a:pt x="2405874" y="1142269"/>
                  <a:pt x="2406638" y="1133798"/>
                </a:cubicBezTo>
                <a:close/>
                <a:moveTo>
                  <a:pt x="5560758" y="1125640"/>
                </a:moveTo>
                <a:cubicBezTo>
                  <a:pt x="5591387" y="1128645"/>
                  <a:pt x="5620938" y="1141186"/>
                  <a:pt x="5648728" y="1153782"/>
                </a:cubicBezTo>
                <a:cubicBezTo>
                  <a:pt x="5671000" y="1163802"/>
                  <a:pt x="5696599" y="1178295"/>
                  <a:pt x="5724591" y="1190603"/>
                </a:cubicBezTo>
                <a:cubicBezTo>
                  <a:pt x="5803336" y="1225153"/>
                  <a:pt x="5862654" y="1258538"/>
                  <a:pt x="5961712" y="1289296"/>
                </a:cubicBezTo>
                <a:cubicBezTo>
                  <a:pt x="5958847" y="1293080"/>
                  <a:pt x="5954578" y="1294488"/>
                  <a:pt x="5949645" y="1294324"/>
                </a:cubicBezTo>
                <a:cubicBezTo>
                  <a:pt x="5934847" y="1293833"/>
                  <a:pt x="5914076" y="1279210"/>
                  <a:pt x="5907331" y="1272235"/>
                </a:cubicBezTo>
                <a:cubicBezTo>
                  <a:pt x="5903871" y="1274101"/>
                  <a:pt x="5904780" y="1282029"/>
                  <a:pt x="5897905" y="1278931"/>
                </a:cubicBezTo>
                <a:cubicBezTo>
                  <a:pt x="5784327" y="1232001"/>
                  <a:pt x="5665556" y="1185725"/>
                  <a:pt x="5560758" y="1125640"/>
                </a:cubicBezTo>
                <a:close/>
                <a:moveTo>
                  <a:pt x="2351458" y="1122183"/>
                </a:moveTo>
                <a:cubicBezTo>
                  <a:pt x="2363083" y="1117883"/>
                  <a:pt x="2381081" y="1126626"/>
                  <a:pt x="2384503" y="1135885"/>
                </a:cubicBezTo>
                <a:cubicBezTo>
                  <a:pt x="2369981" y="1133865"/>
                  <a:pt x="2354767" y="1132220"/>
                  <a:pt x="2351458" y="1122183"/>
                </a:cubicBezTo>
                <a:close/>
                <a:moveTo>
                  <a:pt x="4033094" y="1118839"/>
                </a:moveTo>
                <a:cubicBezTo>
                  <a:pt x="4035657" y="1131787"/>
                  <a:pt x="4042688" y="1141430"/>
                  <a:pt x="4046636" y="1153629"/>
                </a:cubicBezTo>
                <a:cubicBezTo>
                  <a:pt x="4025641" y="1147936"/>
                  <a:pt x="4035340" y="1132853"/>
                  <a:pt x="4024211" y="1122914"/>
                </a:cubicBezTo>
                <a:cubicBezTo>
                  <a:pt x="4028598" y="1123414"/>
                  <a:pt x="4027375" y="1116551"/>
                  <a:pt x="4033094" y="1118839"/>
                </a:cubicBezTo>
                <a:close/>
                <a:moveTo>
                  <a:pt x="5433855" y="1098975"/>
                </a:moveTo>
                <a:cubicBezTo>
                  <a:pt x="5535208" y="1122762"/>
                  <a:pt x="5639234" y="1187024"/>
                  <a:pt x="5741926" y="1231049"/>
                </a:cubicBezTo>
                <a:cubicBezTo>
                  <a:pt x="5745314" y="1237281"/>
                  <a:pt x="5749797" y="1242565"/>
                  <a:pt x="5755866" y="1246815"/>
                </a:cubicBezTo>
                <a:cubicBezTo>
                  <a:pt x="5776967" y="1247436"/>
                  <a:pt x="5801067" y="1263453"/>
                  <a:pt x="5822701" y="1271310"/>
                </a:cubicBezTo>
                <a:cubicBezTo>
                  <a:pt x="5822595" y="1276382"/>
                  <a:pt x="5818208" y="1275883"/>
                  <a:pt x="5816104" y="1278271"/>
                </a:cubicBezTo>
                <a:cubicBezTo>
                  <a:pt x="5843178" y="1278355"/>
                  <a:pt x="5878080" y="1296788"/>
                  <a:pt x="5900105" y="1313927"/>
                </a:cubicBezTo>
                <a:cubicBezTo>
                  <a:pt x="5846229" y="1305369"/>
                  <a:pt x="5815545" y="1272304"/>
                  <a:pt x="5759981" y="1255701"/>
                </a:cubicBezTo>
                <a:cubicBezTo>
                  <a:pt x="5760163" y="1260975"/>
                  <a:pt x="5769773" y="1259555"/>
                  <a:pt x="5766179" y="1267763"/>
                </a:cubicBezTo>
                <a:cubicBezTo>
                  <a:pt x="5758566" y="1271867"/>
                  <a:pt x="5748417" y="1261758"/>
                  <a:pt x="5746526" y="1254001"/>
                </a:cubicBezTo>
                <a:cubicBezTo>
                  <a:pt x="5749558" y="1253978"/>
                  <a:pt x="5753921" y="1255746"/>
                  <a:pt x="5754865" y="1252549"/>
                </a:cubicBezTo>
                <a:cubicBezTo>
                  <a:pt x="5745872" y="1243249"/>
                  <a:pt x="5728294" y="1242521"/>
                  <a:pt x="5728419" y="1231885"/>
                </a:cubicBezTo>
                <a:cubicBezTo>
                  <a:pt x="5659434" y="1216610"/>
                  <a:pt x="5610754" y="1174802"/>
                  <a:pt x="5546223" y="1147631"/>
                </a:cubicBezTo>
                <a:cubicBezTo>
                  <a:pt x="5506302" y="1130832"/>
                  <a:pt x="5446981" y="1111598"/>
                  <a:pt x="5434432" y="1099379"/>
                </a:cubicBezTo>
                <a:close/>
                <a:moveTo>
                  <a:pt x="5505634" y="1097338"/>
                </a:moveTo>
                <a:cubicBezTo>
                  <a:pt x="5515076" y="1099231"/>
                  <a:pt x="5523827" y="1101496"/>
                  <a:pt x="5525629" y="1108764"/>
                </a:cubicBezTo>
                <a:cubicBezTo>
                  <a:pt x="5522511" y="1108296"/>
                  <a:pt x="5520318" y="1109120"/>
                  <a:pt x="5517949" y="1109659"/>
                </a:cubicBezTo>
                <a:cubicBezTo>
                  <a:pt x="5515580" y="1110199"/>
                  <a:pt x="5513033" y="1110453"/>
                  <a:pt x="5509205" y="1108845"/>
                </a:cubicBezTo>
                <a:cubicBezTo>
                  <a:pt x="5508418" y="1104434"/>
                  <a:pt x="5506133" y="1101547"/>
                  <a:pt x="5505634" y="1097338"/>
                </a:cubicBezTo>
                <a:close/>
                <a:moveTo>
                  <a:pt x="2212122" y="1086129"/>
                </a:moveTo>
                <a:cubicBezTo>
                  <a:pt x="2227681" y="1087091"/>
                  <a:pt x="2248158" y="1092100"/>
                  <a:pt x="2240554" y="1101575"/>
                </a:cubicBezTo>
                <a:cubicBezTo>
                  <a:pt x="2235003" y="1095971"/>
                  <a:pt x="2199685" y="1102124"/>
                  <a:pt x="2199426" y="1086501"/>
                </a:cubicBezTo>
                <a:cubicBezTo>
                  <a:pt x="2202297" y="1085937"/>
                  <a:pt x="2206936" y="1085808"/>
                  <a:pt x="2212122" y="1086129"/>
                </a:cubicBezTo>
                <a:close/>
                <a:moveTo>
                  <a:pt x="2840159" y="1077481"/>
                </a:moveTo>
                <a:cubicBezTo>
                  <a:pt x="2848760" y="1077500"/>
                  <a:pt x="2850415" y="1082519"/>
                  <a:pt x="2852069" y="1087537"/>
                </a:cubicBezTo>
                <a:cubicBezTo>
                  <a:pt x="2842574" y="1088181"/>
                  <a:pt x="2840920" y="1083162"/>
                  <a:pt x="2840159" y="1077481"/>
                </a:cubicBezTo>
                <a:close/>
                <a:moveTo>
                  <a:pt x="2701379" y="1076389"/>
                </a:moveTo>
                <a:cubicBezTo>
                  <a:pt x="2702921" y="1082185"/>
                  <a:pt x="2707833" y="1085625"/>
                  <a:pt x="2716119" y="1086709"/>
                </a:cubicBezTo>
                <a:cubicBezTo>
                  <a:pt x="2718354" y="1077980"/>
                  <a:pt x="2705398" y="1080490"/>
                  <a:pt x="2701379" y="1076389"/>
                </a:cubicBezTo>
                <a:close/>
                <a:moveTo>
                  <a:pt x="3368828" y="1075351"/>
                </a:moveTo>
                <a:cubicBezTo>
                  <a:pt x="3377924" y="1093729"/>
                  <a:pt x="3399009" y="1085761"/>
                  <a:pt x="3420923" y="1089524"/>
                </a:cubicBezTo>
                <a:cubicBezTo>
                  <a:pt x="3408663" y="1077508"/>
                  <a:pt x="3377638" y="1079375"/>
                  <a:pt x="3368828" y="1075351"/>
                </a:cubicBezTo>
                <a:close/>
                <a:moveTo>
                  <a:pt x="5656377" y="1073352"/>
                </a:moveTo>
                <a:cubicBezTo>
                  <a:pt x="5718652" y="1082214"/>
                  <a:pt x="5739936" y="1120709"/>
                  <a:pt x="5799128" y="1132131"/>
                </a:cubicBezTo>
                <a:cubicBezTo>
                  <a:pt x="5844692" y="1173471"/>
                  <a:pt x="5913779" y="1197827"/>
                  <a:pt x="5955768" y="1241811"/>
                </a:cubicBezTo>
                <a:cubicBezTo>
                  <a:pt x="5978596" y="1239350"/>
                  <a:pt x="5990113" y="1272723"/>
                  <a:pt x="6005636" y="1269007"/>
                </a:cubicBezTo>
                <a:lnTo>
                  <a:pt x="6006213" y="1269413"/>
                </a:lnTo>
                <a:cubicBezTo>
                  <a:pt x="6004623" y="1271838"/>
                  <a:pt x="6002964" y="1272901"/>
                  <a:pt x="6001166" y="1273143"/>
                </a:cubicBezTo>
                <a:cubicBezTo>
                  <a:pt x="5995772" y="1273870"/>
                  <a:pt x="5989130" y="1267209"/>
                  <a:pt x="5979368" y="1267773"/>
                </a:cubicBezTo>
                <a:cubicBezTo>
                  <a:pt x="5976770" y="1251798"/>
                  <a:pt x="5909702" y="1243012"/>
                  <a:pt x="5950346" y="1244019"/>
                </a:cubicBezTo>
                <a:cubicBezTo>
                  <a:pt x="5939584" y="1230479"/>
                  <a:pt x="5900900" y="1243282"/>
                  <a:pt x="5896763" y="1221512"/>
                </a:cubicBezTo>
                <a:cubicBezTo>
                  <a:pt x="5885253" y="1225034"/>
                  <a:pt x="5872107" y="1217974"/>
                  <a:pt x="5871855" y="1206646"/>
                </a:cubicBezTo>
                <a:cubicBezTo>
                  <a:pt x="5890670" y="1204379"/>
                  <a:pt x="5892934" y="1226981"/>
                  <a:pt x="5910611" y="1218342"/>
                </a:cubicBezTo>
                <a:cubicBezTo>
                  <a:pt x="5834025" y="1164716"/>
                  <a:pt x="5736206" y="1116810"/>
                  <a:pt x="5656377" y="1073352"/>
                </a:cubicBezTo>
                <a:close/>
                <a:moveTo>
                  <a:pt x="5559125" y="1068308"/>
                </a:moveTo>
                <a:cubicBezTo>
                  <a:pt x="5629184" y="1088197"/>
                  <a:pt x="5666432" y="1111275"/>
                  <a:pt x="5722414" y="1135892"/>
                </a:cubicBezTo>
                <a:cubicBezTo>
                  <a:pt x="5717423" y="1136256"/>
                  <a:pt x="5723140" y="1138545"/>
                  <a:pt x="5724156" y="1141400"/>
                </a:cubicBezTo>
                <a:cubicBezTo>
                  <a:pt x="5702397" y="1144180"/>
                  <a:pt x="5681501" y="1129120"/>
                  <a:pt x="5671117" y="1116272"/>
                </a:cubicBezTo>
                <a:cubicBezTo>
                  <a:pt x="5631595" y="1113049"/>
                  <a:pt x="5606768" y="1094377"/>
                  <a:pt x="5573864" y="1078630"/>
                </a:cubicBezTo>
                <a:cubicBezTo>
                  <a:pt x="5568521" y="1077032"/>
                  <a:pt x="5561241" y="1088662"/>
                  <a:pt x="5557441" y="1078709"/>
                </a:cubicBezTo>
                <a:cubicBezTo>
                  <a:pt x="5565753" y="1078525"/>
                  <a:pt x="5555901" y="1072914"/>
                  <a:pt x="5559125" y="1068308"/>
                </a:cubicBezTo>
                <a:close/>
                <a:moveTo>
                  <a:pt x="5317530" y="1066423"/>
                </a:moveTo>
                <a:cubicBezTo>
                  <a:pt x="5350967" y="1056808"/>
                  <a:pt x="5396003" y="1095207"/>
                  <a:pt x="5440287" y="1113774"/>
                </a:cubicBezTo>
                <a:cubicBezTo>
                  <a:pt x="5491732" y="1135644"/>
                  <a:pt x="5528709" y="1152957"/>
                  <a:pt x="5567159" y="1170012"/>
                </a:cubicBezTo>
                <a:cubicBezTo>
                  <a:pt x="5597085" y="1183247"/>
                  <a:pt x="5625636" y="1201523"/>
                  <a:pt x="5652646" y="1214001"/>
                </a:cubicBezTo>
                <a:cubicBezTo>
                  <a:pt x="5666686" y="1220400"/>
                  <a:pt x="5683021" y="1219828"/>
                  <a:pt x="5690059" y="1233765"/>
                </a:cubicBezTo>
                <a:cubicBezTo>
                  <a:pt x="5561968" y="1189111"/>
                  <a:pt x="5442827" y="1113838"/>
                  <a:pt x="5317040" y="1066508"/>
                </a:cubicBezTo>
                <a:close/>
                <a:moveTo>
                  <a:pt x="2385011" y="1065039"/>
                </a:moveTo>
                <a:cubicBezTo>
                  <a:pt x="2394251" y="1067220"/>
                  <a:pt x="2405681" y="1067502"/>
                  <a:pt x="2405006" y="1076465"/>
                </a:cubicBezTo>
                <a:cubicBezTo>
                  <a:pt x="2394670" y="1075234"/>
                  <a:pt x="2383642" y="1074375"/>
                  <a:pt x="2385011" y="1065039"/>
                </a:cubicBezTo>
                <a:close/>
                <a:moveTo>
                  <a:pt x="5639265" y="1059654"/>
                </a:moveTo>
                <a:cubicBezTo>
                  <a:pt x="5639273" y="1063948"/>
                  <a:pt x="5645247" y="1063413"/>
                  <a:pt x="5649434" y="1064200"/>
                </a:cubicBezTo>
                <a:cubicBezTo>
                  <a:pt x="5649686" y="1068452"/>
                  <a:pt x="5645773" y="1070966"/>
                  <a:pt x="5641625" y="1071814"/>
                </a:cubicBezTo>
                <a:cubicBezTo>
                  <a:pt x="5637477" y="1072664"/>
                  <a:pt x="5633097" y="1071848"/>
                  <a:pt x="5632413" y="1069439"/>
                </a:cubicBezTo>
                <a:cubicBezTo>
                  <a:pt x="5639288" y="1072538"/>
                  <a:pt x="5632390" y="1056555"/>
                  <a:pt x="5639265" y="1059654"/>
                </a:cubicBezTo>
                <a:close/>
                <a:moveTo>
                  <a:pt x="5495519" y="1057656"/>
                </a:moveTo>
                <a:cubicBezTo>
                  <a:pt x="5502017" y="1060062"/>
                  <a:pt x="5530362" y="1060177"/>
                  <a:pt x="5525937" y="1070806"/>
                </a:cubicBezTo>
                <a:cubicBezTo>
                  <a:pt x="5521218" y="1062783"/>
                  <a:pt x="5496664" y="1068323"/>
                  <a:pt x="5495519" y="1057656"/>
                </a:cubicBezTo>
                <a:close/>
                <a:moveTo>
                  <a:pt x="2882085" y="1054510"/>
                </a:moveTo>
                <a:cubicBezTo>
                  <a:pt x="2882462" y="1055202"/>
                  <a:pt x="2897194" y="1061228"/>
                  <a:pt x="2888285" y="1066572"/>
                </a:cubicBezTo>
                <a:cubicBezTo>
                  <a:pt x="2887383" y="1062938"/>
                  <a:pt x="2871645" y="1058351"/>
                  <a:pt x="2882085" y="1054510"/>
                </a:cubicBezTo>
                <a:close/>
                <a:moveTo>
                  <a:pt x="2377014" y="1047811"/>
                </a:moveTo>
                <a:lnTo>
                  <a:pt x="2390361" y="1052861"/>
                </a:lnTo>
                <a:cubicBezTo>
                  <a:pt x="2394191" y="1053773"/>
                  <a:pt x="2396798" y="1055277"/>
                  <a:pt x="2396520" y="1061517"/>
                </a:cubicBezTo>
                <a:cubicBezTo>
                  <a:pt x="2386246" y="1062044"/>
                  <a:pt x="2384216" y="1056332"/>
                  <a:pt x="2375727" y="1055536"/>
                </a:cubicBezTo>
                <a:close/>
                <a:moveTo>
                  <a:pt x="2377070" y="1047469"/>
                </a:moveTo>
                <a:lnTo>
                  <a:pt x="2377014" y="1047811"/>
                </a:lnTo>
                <a:lnTo>
                  <a:pt x="2376868" y="1047757"/>
                </a:lnTo>
                <a:close/>
                <a:moveTo>
                  <a:pt x="5579969" y="1039153"/>
                </a:moveTo>
                <a:cubicBezTo>
                  <a:pt x="5591865" y="1040620"/>
                  <a:pt x="5614978" y="1052513"/>
                  <a:pt x="5624926" y="1062910"/>
                </a:cubicBezTo>
                <a:cubicBezTo>
                  <a:pt x="5607857" y="1056534"/>
                  <a:pt x="5585827" y="1053547"/>
                  <a:pt x="5579969" y="1039153"/>
                </a:cubicBezTo>
                <a:close/>
                <a:moveTo>
                  <a:pt x="5420889" y="1031991"/>
                </a:moveTo>
                <a:cubicBezTo>
                  <a:pt x="5441157" y="1035031"/>
                  <a:pt x="5450736" y="1049030"/>
                  <a:pt x="5473240" y="1043341"/>
                </a:cubicBezTo>
                <a:cubicBezTo>
                  <a:pt x="5475042" y="1050608"/>
                  <a:pt x="5484484" y="1052501"/>
                  <a:pt x="5487180" y="1059108"/>
                </a:cubicBezTo>
                <a:cubicBezTo>
                  <a:pt x="5469867" y="1045698"/>
                  <a:pt x="5432069" y="1053546"/>
                  <a:pt x="5420889" y="1031991"/>
                </a:cubicBezTo>
                <a:close/>
                <a:moveTo>
                  <a:pt x="1610535" y="1029092"/>
                </a:moveTo>
                <a:cubicBezTo>
                  <a:pt x="1625061" y="1029183"/>
                  <a:pt x="1639756" y="1031109"/>
                  <a:pt x="1653569" y="1031988"/>
                </a:cubicBezTo>
                <a:cubicBezTo>
                  <a:pt x="1728048" y="1036956"/>
                  <a:pt x="1805719" y="1052740"/>
                  <a:pt x="1882402" y="1064398"/>
                </a:cubicBezTo>
                <a:cubicBezTo>
                  <a:pt x="1955390" y="1075185"/>
                  <a:pt x="2029237" y="1082285"/>
                  <a:pt x="2097353" y="1096954"/>
                </a:cubicBezTo>
                <a:cubicBezTo>
                  <a:pt x="2152620" y="1109059"/>
                  <a:pt x="2219683" y="1131997"/>
                  <a:pt x="2258865" y="1123403"/>
                </a:cubicBezTo>
                <a:cubicBezTo>
                  <a:pt x="2255082" y="1122040"/>
                  <a:pt x="2249108" y="1122576"/>
                  <a:pt x="2248697" y="1118856"/>
                </a:cubicBezTo>
                <a:cubicBezTo>
                  <a:pt x="2267546" y="1119616"/>
                  <a:pt x="2269936" y="1131583"/>
                  <a:pt x="2281145" y="1137717"/>
                </a:cubicBezTo>
                <a:cubicBezTo>
                  <a:pt x="2306387" y="1145955"/>
                  <a:pt x="2330955" y="1149002"/>
                  <a:pt x="2362373" y="1156418"/>
                </a:cubicBezTo>
                <a:cubicBezTo>
                  <a:pt x="2400692" y="1165663"/>
                  <a:pt x="2447708" y="1179711"/>
                  <a:pt x="2489643" y="1193634"/>
                </a:cubicBezTo>
                <a:cubicBezTo>
                  <a:pt x="2518669" y="1203234"/>
                  <a:pt x="2545766" y="1216203"/>
                  <a:pt x="2571560" y="1226114"/>
                </a:cubicBezTo>
                <a:cubicBezTo>
                  <a:pt x="2595995" y="1235504"/>
                  <a:pt x="2624945" y="1234757"/>
                  <a:pt x="2639934" y="1256405"/>
                </a:cubicBezTo>
                <a:cubicBezTo>
                  <a:pt x="2559479" y="1233525"/>
                  <a:pt x="2462158" y="1189830"/>
                  <a:pt x="2378398" y="1175359"/>
                </a:cubicBezTo>
                <a:cubicBezTo>
                  <a:pt x="2397977" y="1197218"/>
                  <a:pt x="2453702" y="1206213"/>
                  <a:pt x="2482647" y="1219618"/>
                </a:cubicBezTo>
                <a:cubicBezTo>
                  <a:pt x="2489811" y="1222918"/>
                  <a:pt x="2502844" y="1230757"/>
                  <a:pt x="2501554" y="1236287"/>
                </a:cubicBezTo>
                <a:lnTo>
                  <a:pt x="2502133" y="1236692"/>
                </a:lnTo>
                <a:cubicBezTo>
                  <a:pt x="2463938" y="1216812"/>
                  <a:pt x="2409082" y="1208425"/>
                  <a:pt x="2353925" y="1177096"/>
                </a:cubicBezTo>
                <a:cubicBezTo>
                  <a:pt x="2344160" y="1171975"/>
                  <a:pt x="2308303" y="1152443"/>
                  <a:pt x="2293143" y="1148263"/>
                </a:cubicBezTo>
                <a:cubicBezTo>
                  <a:pt x="2258345" y="1138908"/>
                  <a:pt x="2219463" y="1137848"/>
                  <a:pt x="2181898" y="1129988"/>
                </a:cubicBezTo>
                <a:cubicBezTo>
                  <a:pt x="2145890" y="1122361"/>
                  <a:pt x="2110367" y="1110355"/>
                  <a:pt x="2074621" y="1104198"/>
                </a:cubicBezTo>
                <a:cubicBezTo>
                  <a:pt x="1926676" y="1078671"/>
                  <a:pt x="1750220" y="1056342"/>
                  <a:pt x="1568516" y="1037201"/>
                </a:cubicBezTo>
                <a:cubicBezTo>
                  <a:pt x="1581652" y="1030743"/>
                  <a:pt x="1596009" y="1029000"/>
                  <a:pt x="1610535" y="1029092"/>
                </a:cubicBezTo>
                <a:close/>
                <a:moveTo>
                  <a:pt x="2339455" y="1027992"/>
                </a:moveTo>
                <a:cubicBezTo>
                  <a:pt x="2346137" y="1035673"/>
                  <a:pt x="2362447" y="1036370"/>
                  <a:pt x="2366447" y="1046035"/>
                </a:cubicBezTo>
                <a:cubicBezTo>
                  <a:pt x="2364784" y="1048409"/>
                  <a:pt x="2362916" y="1049192"/>
                  <a:pt x="2360813" y="1049052"/>
                </a:cubicBezTo>
                <a:cubicBezTo>
                  <a:pt x="2354503" y="1048636"/>
                  <a:pt x="2346072" y="1039917"/>
                  <a:pt x="2334686" y="1040952"/>
                </a:cubicBezTo>
                <a:cubicBezTo>
                  <a:pt x="2336816" y="1037297"/>
                  <a:pt x="2333910" y="1026683"/>
                  <a:pt x="2339455" y="1027992"/>
                </a:cubicBezTo>
                <a:close/>
                <a:moveTo>
                  <a:pt x="5375789" y="1024432"/>
                </a:moveTo>
                <a:cubicBezTo>
                  <a:pt x="5390803" y="1026365"/>
                  <a:pt x="5414637" y="1022467"/>
                  <a:pt x="5417174" y="1036682"/>
                </a:cubicBezTo>
                <a:cubicBezTo>
                  <a:pt x="5402189" y="1033481"/>
                  <a:pt x="5387000" y="1030567"/>
                  <a:pt x="5375789" y="1024432"/>
                </a:cubicBezTo>
                <a:close/>
                <a:moveTo>
                  <a:pt x="5113999" y="1011409"/>
                </a:moveTo>
                <a:cubicBezTo>
                  <a:pt x="5150241" y="1021773"/>
                  <a:pt x="5174444" y="1014273"/>
                  <a:pt x="5197853" y="1030663"/>
                </a:cubicBezTo>
                <a:cubicBezTo>
                  <a:pt x="5175510" y="1028743"/>
                  <a:pt x="5133299" y="1023209"/>
                  <a:pt x="5113999" y="1011409"/>
                </a:cubicBezTo>
                <a:close/>
                <a:moveTo>
                  <a:pt x="3149015" y="1004218"/>
                </a:moveTo>
                <a:cubicBezTo>
                  <a:pt x="3147880" y="1007070"/>
                  <a:pt x="3146948" y="1006095"/>
                  <a:pt x="3145724" y="1005077"/>
                </a:cubicBezTo>
                <a:lnTo>
                  <a:pt x="3141186" y="1005612"/>
                </a:lnTo>
                <a:lnTo>
                  <a:pt x="3140589" y="1005182"/>
                </a:lnTo>
                <a:lnTo>
                  <a:pt x="3140677" y="1005672"/>
                </a:lnTo>
                <a:lnTo>
                  <a:pt x="3141186" y="1005612"/>
                </a:lnTo>
                <a:lnTo>
                  <a:pt x="3180491" y="1033926"/>
                </a:lnTo>
                <a:cubicBezTo>
                  <a:pt x="3195281" y="1042406"/>
                  <a:pt x="3211746" y="1049645"/>
                  <a:pt x="3230446" y="1055232"/>
                </a:cubicBezTo>
                <a:cubicBezTo>
                  <a:pt x="3215536" y="1062378"/>
                  <a:pt x="3248041" y="1064550"/>
                  <a:pt x="3260864" y="1068382"/>
                </a:cubicBezTo>
                <a:cubicBezTo>
                  <a:pt x="3276892" y="1073171"/>
                  <a:pt x="3293364" y="1084705"/>
                  <a:pt x="3303734" y="1088964"/>
                </a:cubicBezTo>
                <a:cubicBezTo>
                  <a:pt x="3362863" y="1112780"/>
                  <a:pt x="3448539" y="1133739"/>
                  <a:pt x="3518032" y="1143365"/>
                </a:cubicBezTo>
                <a:cubicBezTo>
                  <a:pt x="3516281" y="1133562"/>
                  <a:pt x="3497756" y="1136031"/>
                  <a:pt x="3490242" y="1130770"/>
                </a:cubicBezTo>
                <a:cubicBezTo>
                  <a:pt x="3512992" y="1117961"/>
                  <a:pt x="3455413" y="1071639"/>
                  <a:pt x="3434916" y="1102754"/>
                </a:cubicBezTo>
                <a:cubicBezTo>
                  <a:pt x="3454466" y="1107434"/>
                  <a:pt x="3469548" y="1115422"/>
                  <a:pt x="3489299" y="1119814"/>
                </a:cubicBezTo>
                <a:cubicBezTo>
                  <a:pt x="3453095" y="1130924"/>
                  <a:pt x="3415611" y="1105106"/>
                  <a:pt x="3378851" y="1096094"/>
                </a:cubicBezTo>
                <a:cubicBezTo>
                  <a:pt x="3367763" y="1093478"/>
                  <a:pt x="3355237" y="1094143"/>
                  <a:pt x="3344464" y="1090460"/>
                </a:cubicBezTo>
                <a:cubicBezTo>
                  <a:pt x="3332334" y="1086256"/>
                  <a:pt x="3322728" y="1073525"/>
                  <a:pt x="3309933" y="1068426"/>
                </a:cubicBezTo>
                <a:cubicBezTo>
                  <a:pt x="3299361" y="1064455"/>
                  <a:pt x="3286230" y="1065984"/>
                  <a:pt x="3275545" y="1062792"/>
                </a:cubicBezTo>
                <a:cubicBezTo>
                  <a:pt x="3230580" y="1048892"/>
                  <a:pt x="3188419" y="1022374"/>
                  <a:pt x="3149015" y="1004218"/>
                </a:cubicBezTo>
                <a:close/>
                <a:moveTo>
                  <a:pt x="2716589" y="1003789"/>
                </a:moveTo>
                <a:lnTo>
                  <a:pt x="2746135" y="1023388"/>
                </a:lnTo>
                <a:cubicBezTo>
                  <a:pt x="2753652" y="1032029"/>
                  <a:pt x="2759234" y="1042048"/>
                  <a:pt x="2765038" y="1051904"/>
                </a:cubicBezTo>
                <a:cubicBezTo>
                  <a:pt x="2747250" y="1047170"/>
                  <a:pt x="2733925" y="1020682"/>
                  <a:pt x="2718197" y="1006237"/>
                </a:cubicBezTo>
                <a:close/>
                <a:moveTo>
                  <a:pt x="2716112" y="1003063"/>
                </a:moveTo>
                <a:lnTo>
                  <a:pt x="2716589" y="1003789"/>
                </a:lnTo>
                <a:lnTo>
                  <a:pt x="2715622" y="1003148"/>
                </a:lnTo>
                <a:close/>
                <a:moveTo>
                  <a:pt x="2659073" y="1000870"/>
                </a:moveTo>
                <a:cubicBezTo>
                  <a:pt x="2706223" y="1008576"/>
                  <a:pt x="2733450" y="1061956"/>
                  <a:pt x="2770267" y="1054279"/>
                </a:cubicBezTo>
                <a:cubicBezTo>
                  <a:pt x="2782720" y="1061712"/>
                  <a:pt x="2785054" y="1076214"/>
                  <a:pt x="2795318" y="1085546"/>
                </a:cubicBezTo>
                <a:cubicBezTo>
                  <a:pt x="2853158" y="1114893"/>
                  <a:pt x="2907646" y="1159481"/>
                  <a:pt x="2976972" y="1172422"/>
                </a:cubicBezTo>
                <a:cubicBezTo>
                  <a:pt x="2972949" y="1166173"/>
                  <a:pt x="2964440" y="1161717"/>
                  <a:pt x="2956689" y="1157255"/>
                </a:cubicBezTo>
                <a:lnTo>
                  <a:pt x="2942354" y="1143409"/>
                </a:lnTo>
                <a:lnTo>
                  <a:pt x="2941714" y="1140441"/>
                </a:lnTo>
                <a:lnTo>
                  <a:pt x="3006364" y="1183728"/>
                </a:lnTo>
                <a:cubicBezTo>
                  <a:pt x="3028722" y="1199544"/>
                  <a:pt x="3052613" y="1215093"/>
                  <a:pt x="3080256" y="1225440"/>
                </a:cubicBezTo>
                <a:cubicBezTo>
                  <a:pt x="3094900" y="1230976"/>
                  <a:pt x="3112390" y="1231214"/>
                  <a:pt x="3127640" y="1235886"/>
                </a:cubicBezTo>
                <a:cubicBezTo>
                  <a:pt x="3242411" y="1272499"/>
                  <a:pt x="3367393" y="1320979"/>
                  <a:pt x="3492140" y="1319970"/>
                </a:cubicBezTo>
                <a:cubicBezTo>
                  <a:pt x="3484615" y="1324566"/>
                  <a:pt x="3475677" y="1326645"/>
                  <a:pt x="3465892" y="1327172"/>
                </a:cubicBezTo>
                <a:cubicBezTo>
                  <a:pt x="3436539" y="1328756"/>
                  <a:pt x="3399575" y="1316385"/>
                  <a:pt x="3370327" y="1316173"/>
                </a:cubicBezTo>
                <a:cubicBezTo>
                  <a:pt x="3309980" y="1303942"/>
                  <a:pt x="3237171" y="1279982"/>
                  <a:pt x="3184163" y="1272032"/>
                </a:cubicBezTo>
                <a:cubicBezTo>
                  <a:pt x="3220315" y="1296060"/>
                  <a:pt x="3281978" y="1301491"/>
                  <a:pt x="3316746" y="1326264"/>
                </a:cubicBezTo>
                <a:cubicBezTo>
                  <a:pt x="3255243" y="1313224"/>
                  <a:pt x="3209254" y="1292174"/>
                  <a:pt x="3157028" y="1270189"/>
                </a:cubicBezTo>
                <a:cubicBezTo>
                  <a:pt x="3039202" y="1220714"/>
                  <a:pt x="2919663" y="1164463"/>
                  <a:pt x="2814969" y="1113459"/>
                </a:cubicBezTo>
                <a:cubicBezTo>
                  <a:pt x="2770614" y="1070392"/>
                  <a:pt x="2702736" y="1044310"/>
                  <a:pt x="2659073" y="1000870"/>
                </a:cubicBezTo>
                <a:close/>
                <a:moveTo>
                  <a:pt x="5780830" y="982650"/>
                </a:moveTo>
                <a:cubicBezTo>
                  <a:pt x="5778011" y="981909"/>
                  <a:pt x="5774555" y="982384"/>
                  <a:pt x="5772422" y="983893"/>
                </a:cubicBezTo>
                <a:cubicBezTo>
                  <a:pt x="5772010" y="987251"/>
                  <a:pt x="5774192" y="989207"/>
                  <a:pt x="5777012" y="989949"/>
                </a:cubicBezTo>
                <a:cubicBezTo>
                  <a:pt x="5779831" y="990690"/>
                  <a:pt x="5783286" y="990215"/>
                  <a:pt x="5785419" y="988705"/>
                </a:cubicBezTo>
                <a:cubicBezTo>
                  <a:pt x="5785832" y="985348"/>
                  <a:pt x="5783649" y="983391"/>
                  <a:pt x="5780830" y="982650"/>
                </a:cubicBezTo>
                <a:close/>
                <a:moveTo>
                  <a:pt x="5407201" y="980802"/>
                </a:moveTo>
                <a:cubicBezTo>
                  <a:pt x="5458867" y="996820"/>
                  <a:pt x="5516097" y="1008583"/>
                  <a:pt x="5550495" y="1036960"/>
                </a:cubicBezTo>
                <a:cubicBezTo>
                  <a:pt x="5501502" y="1014664"/>
                  <a:pt x="5445068" y="1011606"/>
                  <a:pt x="5407201" y="980802"/>
                </a:cubicBezTo>
                <a:close/>
                <a:moveTo>
                  <a:pt x="3133790" y="979833"/>
                </a:moveTo>
                <a:lnTo>
                  <a:pt x="3134079" y="980035"/>
                </a:lnTo>
                <a:lnTo>
                  <a:pt x="3134320" y="980099"/>
                </a:lnTo>
                <a:lnTo>
                  <a:pt x="3194340" y="1010313"/>
                </a:lnTo>
                <a:cubicBezTo>
                  <a:pt x="3261731" y="1038079"/>
                  <a:pt x="3346318" y="1057981"/>
                  <a:pt x="3418150" y="1072570"/>
                </a:cubicBezTo>
                <a:cubicBezTo>
                  <a:pt x="3403755" y="1059916"/>
                  <a:pt x="3373895" y="1052734"/>
                  <a:pt x="3350518" y="1053522"/>
                </a:cubicBezTo>
                <a:cubicBezTo>
                  <a:pt x="3352735" y="1050356"/>
                  <a:pt x="3357149" y="1049587"/>
                  <a:pt x="3362026" y="1050000"/>
                </a:cubicBezTo>
                <a:cubicBezTo>
                  <a:pt x="3329712" y="1024799"/>
                  <a:pt x="3265833" y="1022535"/>
                  <a:pt x="3213965" y="1006805"/>
                </a:cubicBezTo>
                <a:cubicBezTo>
                  <a:pt x="3198860" y="1002233"/>
                  <a:pt x="3185435" y="995727"/>
                  <a:pt x="3172512" y="990272"/>
                </a:cubicBezTo>
                <a:lnTo>
                  <a:pt x="3134320" y="980099"/>
                </a:lnTo>
                <a:close/>
                <a:moveTo>
                  <a:pt x="2911230" y="969832"/>
                </a:moveTo>
                <a:cubicBezTo>
                  <a:pt x="2940666" y="983152"/>
                  <a:pt x="2964027" y="1020526"/>
                  <a:pt x="2998061" y="1038353"/>
                </a:cubicBezTo>
                <a:cubicBezTo>
                  <a:pt x="2999715" y="1043371"/>
                  <a:pt x="3002753" y="1047642"/>
                  <a:pt x="3007088" y="1050679"/>
                </a:cubicBezTo>
                <a:cubicBezTo>
                  <a:pt x="3074875" y="1090422"/>
                  <a:pt x="3107525" y="1141593"/>
                  <a:pt x="3189232" y="1170068"/>
                </a:cubicBezTo>
                <a:cubicBezTo>
                  <a:pt x="3189994" y="1175746"/>
                  <a:pt x="3193031" y="1180019"/>
                  <a:pt x="3198260" y="1182393"/>
                </a:cubicBezTo>
                <a:cubicBezTo>
                  <a:pt x="3278021" y="1219798"/>
                  <a:pt x="3379539" y="1221825"/>
                  <a:pt x="3465653" y="1245236"/>
                </a:cubicBezTo>
                <a:cubicBezTo>
                  <a:pt x="3460686" y="1244332"/>
                  <a:pt x="3459766" y="1246261"/>
                  <a:pt x="3462227" y="1250128"/>
                </a:cubicBezTo>
                <a:cubicBezTo>
                  <a:pt x="3410146" y="1244544"/>
                  <a:pt x="3355267" y="1223272"/>
                  <a:pt x="3307713" y="1230294"/>
                </a:cubicBezTo>
                <a:cubicBezTo>
                  <a:pt x="3314769" y="1238668"/>
                  <a:pt x="3325493" y="1230734"/>
                  <a:pt x="3327364" y="1244055"/>
                </a:cubicBezTo>
                <a:cubicBezTo>
                  <a:pt x="3312316" y="1239095"/>
                  <a:pt x="3301134" y="1231692"/>
                  <a:pt x="3283406" y="1228716"/>
                </a:cubicBezTo>
                <a:cubicBezTo>
                  <a:pt x="3277827" y="1224381"/>
                  <a:pt x="3289714" y="1221552"/>
                  <a:pt x="3282463" y="1217761"/>
                </a:cubicBezTo>
                <a:cubicBezTo>
                  <a:pt x="3248782" y="1220343"/>
                  <a:pt x="3206973" y="1195785"/>
                  <a:pt x="3171216" y="1199488"/>
                </a:cubicBezTo>
                <a:cubicBezTo>
                  <a:pt x="3202289" y="1223387"/>
                  <a:pt x="3257084" y="1230016"/>
                  <a:pt x="3287664" y="1254002"/>
                </a:cubicBezTo>
                <a:cubicBezTo>
                  <a:pt x="3214654" y="1230330"/>
                  <a:pt x="3151716" y="1206422"/>
                  <a:pt x="3094757" y="1167825"/>
                </a:cubicBezTo>
                <a:cubicBezTo>
                  <a:pt x="3068314" y="1165609"/>
                  <a:pt x="3061826" y="1153345"/>
                  <a:pt x="3046973" y="1143803"/>
                </a:cubicBezTo>
                <a:cubicBezTo>
                  <a:pt x="3025069" y="1130181"/>
                  <a:pt x="2994686" y="1120058"/>
                  <a:pt x="2986046" y="1098568"/>
                </a:cubicBezTo>
                <a:cubicBezTo>
                  <a:pt x="3039610" y="1126637"/>
                  <a:pt x="3087661" y="1170578"/>
                  <a:pt x="3148936" y="1185174"/>
                </a:cubicBezTo>
                <a:cubicBezTo>
                  <a:pt x="3146671" y="1185946"/>
                  <a:pt x="3144021" y="1184198"/>
                  <a:pt x="3142715" y="1182372"/>
                </a:cubicBezTo>
                <a:lnTo>
                  <a:pt x="3144468" y="1179286"/>
                </a:lnTo>
                <a:lnTo>
                  <a:pt x="3163121" y="1183524"/>
                </a:lnTo>
                <a:cubicBezTo>
                  <a:pt x="3171998" y="1184378"/>
                  <a:pt x="3182086" y="1184579"/>
                  <a:pt x="3189431" y="1183931"/>
                </a:cubicBezTo>
                <a:cubicBezTo>
                  <a:pt x="3088177" y="1136624"/>
                  <a:pt x="3020766" y="1064975"/>
                  <a:pt x="2935194" y="1006343"/>
                </a:cubicBezTo>
                <a:cubicBezTo>
                  <a:pt x="2933819" y="1011385"/>
                  <a:pt x="2938006" y="1012172"/>
                  <a:pt x="2939309" y="1015229"/>
                </a:cubicBezTo>
                <a:cubicBezTo>
                  <a:pt x="2918194" y="1006019"/>
                  <a:pt x="2922463" y="988850"/>
                  <a:pt x="2911230" y="969832"/>
                </a:cubicBezTo>
                <a:close/>
                <a:moveTo>
                  <a:pt x="3097286" y="959057"/>
                </a:moveTo>
                <a:cubicBezTo>
                  <a:pt x="3095124" y="959434"/>
                  <a:pt x="3093397" y="961093"/>
                  <a:pt x="3092661" y="964759"/>
                </a:cubicBezTo>
                <a:cubicBezTo>
                  <a:pt x="3102935" y="964232"/>
                  <a:pt x="3104764" y="970231"/>
                  <a:pt x="3113454" y="970740"/>
                </a:cubicBezTo>
                <a:cubicBezTo>
                  <a:pt x="3114163" y="968342"/>
                  <a:pt x="3103770" y="957928"/>
                  <a:pt x="3097286" y="959057"/>
                </a:cubicBezTo>
                <a:close/>
                <a:moveTo>
                  <a:pt x="3640224" y="956557"/>
                </a:moveTo>
                <a:cubicBezTo>
                  <a:pt x="3657690" y="958064"/>
                  <a:pt x="3665931" y="965979"/>
                  <a:pt x="3675554" y="973146"/>
                </a:cubicBezTo>
                <a:cubicBezTo>
                  <a:pt x="3659272" y="971181"/>
                  <a:pt x="3648264" y="964760"/>
                  <a:pt x="3640224" y="956557"/>
                </a:cubicBezTo>
                <a:close/>
                <a:moveTo>
                  <a:pt x="2063746" y="946888"/>
                </a:moveTo>
                <a:cubicBezTo>
                  <a:pt x="2108624" y="960297"/>
                  <a:pt x="2165917" y="959666"/>
                  <a:pt x="2208580" y="976242"/>
                </a:cubicBezTo>
                <a:cubicBezTo>
                  <a:pt x="2244743" y="990411"/>
                  <a:pt x="2271039" y="1022979"/>
                  <a:pt x="2311435" y="1031104"/>
                </a:cubicBezTo>
                <a:cubicBezTo>
                  <a:pt x="2313039" y="1024507"/>
                  <a:pt x="2291675" y="1022416"/>
                  <a:pt x="2302950" y="1016156"/>
                </a:cubicBezTo>
                <a:cubicBezTo>
                  <a:pt x="2306339" y="1022389"/>
                  <a:pt x="2321142" y="1020316"/>
                  <a:pt x="2322944" y="1027583"/>
                </a:cubicBezTo>
                <a:cubicBezTo>
                  <a:pt x="2314309" y="1024538"/>
                  <a:pt x="2312617" y="1030645"/>
                  <a:pt x="2310636" y="1036550"/>
                </a:cubicBezTo>
                <a:cubicBezTo>
                  <a:pt x="2328941" y="1039932"/>
                  <a:pt x="2341698" y="1056157"/>
                  <a:pt x="2353505" y="1057132"/>
                </a:cubicBezTo>
                <a:cubicBezTo>
                  <a:pt x="2350967" y="1057070"/>
                  <a:pt x="2349704" y="1061332"/>
                  <a:pt x="2352708" y="1062579"/>
                </a:cubicBezTo>
                <a:cubicBezTo>
                  <a:pt x="2414927" y="1088130"/>
                  <a:pt x="2460772" y="1125378"/>
                  <a:pt x="2520511" y="1152624"/>
                </a:cubicBezTo>
                <a:cubicBezTo>
                  <a:pt x="2540837" y="1171575"/>
                  <a:pt x="2567907" y="1185812"/>
                  <a:pt x="2600542" y="1195795"/>
                </a:cubicBezTo>
                <a:cubicBezTo>
                  <a:pt x="2696088" y="1263555"/>
                  <a:pt x="2843642" y="1312399"/>
                  <a:pt x="2952428" y="1359405"/>
                </a:cubicBezTo>
                <a:cubicBezTo>
                  <a:pt x="2910151" y="1347817"/>
                  <a:pt x="2863336" y="1333481"/>
                  <a:pt x="2834041" y="1318115"/>
                </a:cubicBezTo>
                <a:cubicBezTo>
                  <a:pt x="2820606" y="1310853"/>
                  <a:pt x="2825641" y="1317810"/>
                  <a:pt x="2818161" y="1315575"/>
                </a:cubicBezTo>
                <a:cubicBezTo>
                  <a:pt x="2790984" y="1306410"/>
                  <a:pt x="2770174" y="1291840"/>
                  <a:pt x="2750040" y="1282459"/>
                </a:cubicBezTo>
                <a:cubicBezTo>
                  <a:pt x="2688278" y="1253796"/>
                  <a:pt x="2623062" y="1231294"/>
                  <a:pt x="2566357" y="1189873"/>
                </a:cubicBezTo>
                <a:cubicBezTo>
                  <a:pt x="2549523" y="1186235"/>
                  <a:pt x="2535659" y="1180816"/>
                  <a:pt x="2531824" y="1167838"/>
                </a:cubicBezTo>
                <a:cubicBezTo>
                  <a:pt x="2483041" y="1149549"/>
                  <a:pt x="2448239" y="1121749"/>
                  <a:pt x="2406892" y="1098374"/>
                </a:cubicBezTo>
                <a:cubicBezTo>
                  <a:pt x="2402504" y="1097876"/>
                  <a:pt x="2398317" y="1097089"/>
                  <a:pt x="2393640" y="1096386"/>
                </a:cubicBezTo>
                <a:cubicBezTo>
                  <a:pt x="2359081" y="1075620"/>
                  <a:pt x="2318245" y="1046596"/>
                  <a:pt x="2278876" y="1031469"/>
                </a:cubicBezTo>
                <a:cubicBezTo>
                  <a:pt x="2271511" y="1028456"/>
                  <a:pt x="2250672" y="1029306"/>
                  <a:pt x="2256254" y="1019489"/>
                </a:cubicBezTo>
                <a:cubicBezTo>
                  <a:pt x="2256263" y="1023784"/>
                  <a:pt x="2259863" y="1019871"/>
                  <a:pt x="2259680" y="1014597"/>
                </a:cubicBezTo>
                <a:cubicBezTo>
                  <a:pt x="2220745" y="983473"/>
                  <a:pt x="2115591" y="982333"/>
                  <a:pt x="2063832" y="947377"/>
                </a:cubicBezTo>
                <a:close/>
                <a:moveTo>
                  <a:pt x="3623400" y="943061"/>
                </a:moveTo>
                <a:cubicBezTo>
                  <a:pt x="3631127" y="938177"/>
                  <a:pt x="3638850" y="947445"/>
                  <a:pt x="3640767" y="953935"/>
                </a:cubicBezTo>
                <a:cubicBezTo>
                  <a:pt x="3636412" y="956461"/>
                  <a:pt x="3622636" y="951534"/>
                  <a:pt x="3623400" y="943061"/>
                </a:cubicBezTo>
                <a:close/>
                <a:moveTo>
                  <a:pt x="5296897" y="940884"/>
                </a:moveTo>
                <a:cubicBezTo>
                  <a:pt x="5306367" y="941509"/>
                  <a:pt x="5314846" y="938009"/>
                  <a:pt x="5314607" y="949423"/>
                </a:cubicBezTo>
                <a:cubicBezTo>
                  <a:pt x="5306032" y="948137"/>
                  <a:pt x="5298438" y="946680"/>
                  <a:pt x="5296897" y="940884"/>
                </a:cubicBezTo>
                <a:close/>
                <a:moveTo>
                  <a:pt x="3928859" y="938622"/>
                </a:moveTo>
                <a:cubicBezTo>
                  <a:pt x="3938153" y="938266"/>
                  <a:pt x="3938221" y="944319"/>
                  <a:pt x="3946823" y="944337"/>
                </a:cubicBezTo>
                <a:cubicBezTo>
                  <a:pt x="3949808" y="951145"/>
                  <a:pt x="3944044" y="955687"/>
                  <a:pt x="3947512" y="958116"/>
                </a:cubicBezTo>
                <a:cubicBezTo>
                  <a:pt x="3984816" y="997105"/>
                  <a:pt x="4007698" y="1057307"/>
                  <a:pt x="4032150" y="1107884"/>
                </a:cubicBezTo>
                <a:cubicBezTo>
                  <a:pt x="4013826" y="1110066"/>
                  <a:pt x="4008988" y="1084374"/>
                  <a:pt x="4008983" y="1065927"/>
                </a:cubicBezTo>
                <a:cubicBezTo>
                  <a:pt x="3981687" y="1039094"/>
                  <a:pt x="3981258" y="1008338"/>
                  <a:pt x="3952026" y="980579"/>
                </a:cubicBezTo>
                <a:cubicBezTo>
                  <a:pt x="3956908" y="966840"/>
                  <a:pt x="3933936" y="952900"/>
                  <a:pt x="3928859" y="938622"/>
                </a:cubicBezTo>
                <a:close/>
                <a:moveTo>
                  <a:pt x="3086261" y="929610"/>
                </a:moveTo>
                <a:cubicBezTo>
                  <a:pt x="3085136" y="929680"/>
                  <a:pt x="3083852" y="930283"/>
                  <a:pt x="3081747" y="930523"/>
                </a:cubicBezTo>
                <a:cubicBezTo>
                  <a:pt x="3109068" y="956089"/>
                  <a:pt x="3157724" y="966566"/>
                  <a:pt x="3195567" y="984486"/>
                </a:cubicBezTo>
                <a:cubicBezTo>
                  <a:pt x="3192171" y="973958"/>
                  <a:pt x="3163286" y="962311"/>
                  <a:pt x="3145954" y="954465"/>
                </a:cubicBezTo>
                <a:cubicBezTo>
                  <a:pt x="3125329" y="945170"/>
                  <a:pt x="3104132" y="939764"/>
                  <a:pt x="3089830" y="931895"/>
                </a:cubicBezTo>
                <a:cubicBezTo>
                  <a:pt x="3088355" y="930004"/>
                  <a:pt x="3087387" y="929540"/>
                  <a:pt x="3086261" y="929610"/>
                </a:cubicBezTo>
                <a:close/>
                <a:moveTo>
                  <a:pt x="2282950" y="921085"/>
                </a:moveTo>
                <a:cubicBezTo>
                  <a:pt x="2308962" y="925145"/>
                  <a:pt x="2319401" y="935456"/>
                  <a:pt x="2338274" y="949100"/>
                </a:cubicBezTo>
                <a:lnTo>
                  <a:pt x="2338475" y="948811"/>
                </a:lnTo>
                <a:cubicBezTo>
                  <a:pt x="2403387" y="995121"/>
                  <a:pt x="2462325" y="1041967"/>
                  <a:pt x="2523391" y="1085155"/>
                </a:cubicBezTo>
                <a:cubicBezTo>
                  <a:pt x="2548083" y="1091720"/>
                  <a:pt x="2581775" y="1111880"/>
                  <a:pt x="2600250" y="1130393"/>
                </a:cubicBezTo>
                <a:cubicBezTo>
                  <a:pt x="2635330" y="1135655"/>
                  <a:pt x="2639197" y="1151659"/>
                  <a:pt x="2665201" y="1165578"/>
                </a:cubicBezTo>
                <a:cubicBezTo>
                  <a:pt x="2674065" y="1167067"/>
                  <a:pt x="2682928" y="1168555"/>
                  <a:pt x="2691792" y="1170043"/>
                </a:cubicBezTo>
                <a:cubicBezTo>
                  <a:pt x="2856899" y="1253483"/>
                  <a:pt x="3063597" y="1334732"/>
                  <a:pt x="3285221" y="1370673"/>
                </a:cubicBezTo>
                <a:cubicBezTo>
                  <a:pt x="3305777" y="1373915"/>
                  <a:pt x="3334027" y="1369246"/>
                  <a:pt x="3340146" y="1385113"/>
                </a:cubicBezTo>
                <a:cubicBezTo>
                  <a:pt x="3201334" y="1366839"/>
                  <a:pt x="3052762" y="1329291"/>
                  <a:pt x="2933972" y="1288576"/>
                </a:cubicBezTo>
                <a:cubicBezTo>
                  <a:pt x="2933557" y="1299009"/>
                  <a:pt x="2955773" y="1293118"/>
                  <a:pt x="2956050" y="1303179"/>
                </a:cubicBezTo>
                <a:cubicBezTo>
                  <a:pt x="2840340" y="1274057"/>
                  <a:pt x="2754997" y="1213870"/>
                  <a:pt x="2645895" y="1167930"/>
                </a:cubicBezTo>
                <a:cubicBezTo>
                  <a:pt x="2617812" y="1136685"/>
                  <a:pt x="2560556" y="1126191"/>
                  <a:pt x="2532473" y="1094945"/>
                </a:cubicBezTo>
                <a:cubicBezTo>
                  <a:pt x="2440102" y="1043563"/>
                  <a:pt x="2367681" y="977840"/>
                  <a:pt x="2282950" y="921085"/>
                </a:cubicBezTo>
                <a:close/>
                <a:moveTo>
                  <a:pt x="1899692" y="920375"/>
                </a:moveTo>
                <a:cubicBezTo>
                  <a:pt x="1903014" y="929779"/>
                  <a:pt x="1909305" y="932790"/>
                  <a:pt x="1917146" y="933508"/>
                </a:cubicBezTo>
                <a:cubicBezTo>
                  <a:pt x="1924988" y="934227"/>
                  <a:pt x="1934380" y="932654"/>
                  <a:pt x="1943905" y="932890"/>
                </a:cubicBezTo>
                <a:cubicBezTo>
                  <a:pt x="1929885" y="920929"/>
                  <a:pt x="1918382" y="928745"/>
                  <a:pt x="1899692" y="920375"/>
                </a:cubicBezTo>
                <a:close/>
                <a:moveTo>
                  <a:pt x="3912092" y="908439"/>
                </a:moveTo>
                <a:cubicBezTo>
                  <a:pt x="3919888" y="909607"/>
                  <a:pt x="3922119" y="915031"/>
                  <a:pt x="3923459" y="921115"/>
                </a:cubicBezTo>
                <a:cubicBezTo>
                  <a:pt x="3919070" y="920617"/>
                  <a:pt x="3914395" y="919915"/>
                  <a:pt x="3910208" y="919128"/>
                </a:cubicBezTo>
                <a:cubicBezTo>
                  <a:pt x="3910864" y="915729"/>
                  <a:pt x="3911522" y="912328"/>
                  <a:pt x="3911892" y="908726"/>
                </a:cubicBezTo>
                <a:close/>
                <a:moveTo>
                  <a:pt x="2254672" y="894422"/>
                </a:moveTo>
                <a:cubicBezTo>
                  <a:pt x="2260506" y="895933"/>
                  <a:pt x="2275385" y="904207"/>
                  <a:pt x="2281665" y="912464"/>
                </a:cubicBezTo>
                <a:cubicBezTo>
                  <a:pt x="2266511" y="912576"/>
                  <a:pt x="2247357" y="903025"/>
                  <a:pt x="2254672" y="894422"/>
                </a:cubicBezTo>
                <a:close/>
                <a:moveTo>
                  <a:pt x="3047579" y="886440"/>
                </a:moveTo>
                <a:lnTo>
                  <a:pt x="3047666" y="886930"/>
                </a:lnTo>
                <a:cubicBezTo>
                  <a:pt x="3048392" y="889583"/>
                  <a:pt x="3049319" y="891947"/>
                  <a:pt x="3052035" y="892991"/>
                </a:cubicBezTo>
                <a:cubicBezTo>
                  <a:pt x="3079916" y="924525"/>
                  <a:pt x="3141150" y="931799"/>
                  <a:pt x="3174595" y="959078"/>
                </a:cubicBezTo>
                <a:cubicBezTo>
                  <a:pt x="3248007" y="982173"/>
                  <a:pt x="3301877" y="1019035"/>
                  <a:pt x="3388695" y="1032214"/>
                </a:cubicBezTo>
                <a:cubicBezTo>
                  <a:pt x="3284072" y="973111"/>
                  <a:pt x="3171380" y="921227"/>
                  <a:pt x="3047579" y="886440"/>
                </a:cubicBezTo>
                <a:close/>
                <a:moveTo>
                  <a:pt x="3883957" y="879731"/>
                </a:moveTo>
                <a:cubicBezTo>
                  <a:pt x="3902693" y="881268"/>
                  <a:pt x="3905860" y="893352"/>
                  <a:pt x="3909807" y="905551"/>
                </a:cubicBezTo>
                <a:cubicBezTo>
                  <a:pt x="3896924" y="899962"/>
                  <a:pt x="3889201" y="890694"/>
                  <a:pt x="3883957" y="879731"/>
                </a:cubicBezTo>
                <a:close/>
                <a:moveTo>
                  <a:pt x="1347035" y="873113"/>
                </a:moveTo>
                <a:lnTo>
                  <a:pt x="1347184" y="873339"/>
                </a:lnTo>
                <a:lnTo>
                  <a:pt x="1346835" y="873401"/>
                </a:lnTo>
                <a:close/>
                <a:moveTo>
                  <a:pt x="4899608" y="872873"/>
                </a:moveTo>
                <a:cubicBezTo>
                  <a:pt x="4895502" y="876431"/>
                  <a:pt x="4881594" y="883260"/>
                  <a:pt x="4873974" y="881283"/>
                </a:cubicBezTo>
                <a:cubicBezTo>
                  <a:pt x="4871435" y="880624"/>
                  <a:pt x="4869593" y="878987"/>
                  <a:pt x="4869047" y="875923"/>
                </a:cubicBezTo>
                <a:cubicBezTo>
                  <a:pt x="4880188" y="876002"/>
                  <a:pt x="4886006" y="868924"/>
                  <a:pt x="4899608" y="872873"/>
                </a:cubicBezTo>
                <a:close/>
                <a:moveTo>
                  <a:pt x="1355173" y="871948"/>
                </a:moveTo>
                <a:cubicBezTo>
                  <a:pt x="1404441" y="885857"/>
                  <a:pt x="1445513" y="917619"/>
                  <a:pt x="1494498" y="935619"/>
                </a:cubicBezTo>
                <a:cubicBezTo>
                  <a:pt x="1691046" y="1006759"/>
                  <a:pt x="1943601" y="1036048"/>
                  <a:pt x="2180971" y="1080872"/>
                </a:cubicBezTo>
                <a:cubicBezTo>
                  <a:pt x="2107657" y="1081008"/>
                  <a:pt x="2041301" y="1066286"/>
                  <a:pt x="1970390" y="1054378"/>
                </a:cubicBezTo>
                <a:cubicBezTo>
                  <a:pt x="1752200" y="1017839"/>
                  <a:pt x="1522780" y="980729"/>
                  <a:pt x="1349120" y="876288"/>
                </a:cubicBezTo>
                <a:lnTo>
                  <a:pt x="1347184" y="873339"/>
                </a:lnTo>
                <a:close/>
                <a:moveTo>
                  <a:pt x="3020275" y="855312"/>
                </a:moveTo>
                <a:lnTo>
                  <a:pt x="3020361" y="855801"/>
                </a:lnTo>
                <a:lnTo>
                  <a:pt x="3020768" y="855918"/>
                </a:lnTo>
                <a:lnTo>
                  <a:pt x="3029421" y="866547"/>
                </a:lnTo>
                <a:cubicBezTo>
                  <a:pt x="3041455" y="874271"/>
                  <a:pt x="3060686" y="873099"/>
                  <a:pt x="3073858" y="877818"/>
                </a:cubicBezTo>
                <a:cubicBezTo>
                  <a:pt x="3152649" y="905536"/>
                  <a:pt x="3256783" y="950572"/>
                  <a:pt x="3326061" y="984497"/>
                </a:cubicBezTo>
                <a:cubicBezTo>
                  <a:pt x="3295581" y="936990"/>
                  <a:pt x="3203889" y="909245"/>
                  <a:pt x="3137464" y="888471"/>
                </a:cubicBezTo>
                <a:cubicBezTo>
                  <a:pt x="3120532" y="887123"/>
                  <a:pt x="3104380" y="881282"/>
                  <a:pt x="3085899" y="874614"/>
                </a:cubicBezTo>
                <a:lnTo>
                  <a:pt x="3020768" y="855918"/>
                </a:lnTo>
                <a:close/>
                <a:moveTo>
                  <a:pt x="2578093" y="830500"/>
                </a:moveTo>
                <a:cubicBezTo>
                  <a:pt x="2636973" y="861434"/>
                  <a:pt x="2667170" y="913033"/>
                  <a:pt x="2725850" y="944254"/>
                </a:cubicBezTo>
                <a:cubicBezTo>
                  <a:pt x="2726014" y="955093"/>
                  <a:pt x="2737391" y="957912"/>
                  <a:pt x="2744502" y="963749"/>
                </a:cubicBezTo>
                <a:cubicBezTo>
                  <a:pt x="2749275" y="969236"/>
                  <a:pt x="2745297" y="972455"/>
                  <a:pt x="2748073" y="975257"/>
                </a:cubicBezTo>
                <a:cubicBezTo>
                  <a:pt x="2773578" y="984966"/>
                  <a:pt x="2789454" y="1001658"/>
                  <a:pt x="2800372" y="1021742"/>
                </a:cubicBezTo>
                <a:cubicBezTo>
                  <a:pt x="2851475" y="1045945"/>
                  <a:pt x="2873002" y="1091472"/>
                  <a:pt x="2920935" y="1117743"/>
                </a:cubicBezTo>
                <a:cubicBezTo>
                  <a:pt x="2925366" y="1125564"/>
                  <a:pt x="2936051" y="1128757"/>
                  <a:pt x="2936417" y="1139307"/>
                </a:cubicBezTo>
                <a:cubicBezTo>
                  <a:pt x="2922034" y="1135240"/>
                  <a:pt x="2911342" y="1127754"/>
                  <a:pt x="2907683" y="1115755"/>
                </a:cubicBezTo>
                <a:cubicBezTo>
                  <a:pt x="2876668" y="1107765"/>
                  <a:pt x="2865313" y="1085231"/>
                  <a:pt x="2847300" y="1067899"/>
                </a:cubicBezTo>
                <a:cubicBezTo>
                  <a:pt x="2839358" y="1064482"/>
                  <a:pt x="2837114" y="1068916"/>
                  <a:pt x="2830877" y="1067980"/>
                </a:cubicBezTo>
                <a:cubicBezTo>
                  <a:pt x="2812822" y="1043328"/>
                  <a:pt x="2788108" y="1023878"/>
                  <a:pt x="2768265" y="1000549"/>
                </a:cubicBezTo>
                <a:cubicBezTo>
                  <a:pt x="2707920" y="941566"/>
                  <a:pt x="2634172" y="892500"/>
                  <a:pt x="2577891" y="830788"/>
                </a:cubicBezTo>
                <a:close/>
                <a:moveTo>
                  <a:pt x="1919651" y="817522"/>
                </a:moveTo>
                <a:cubicBezTo>
                  <a:pt x="1924237" y="817355"/>
                  <a:pt x="1929069" y="819988"/>
                  <a:pt x="1928875" y="824571"/>
                </a:cubicBezTo>
                <a:cubicBezTo>
                  <a:pt x="1923278" y="825798"/>
                  <a:pt x="1918258" y="827430"/>
                  <a:pt x="1911908" y="827274"/>
                </a:cubicBezTo>
                <a:cubicBezTo>
                  <a:pt x="1910727" y="820656"/>
                  <a:pt x="1915066" y="817689"/>
                  <a:pt x="1919651" y="817522"/>
                </a:cubicBezTo>
                <a:close/>
                <a:moveTo>
                  <a:pt x="2017696" y="812130"/>
                </a:moveTo>
                <a:cubicBezTo>
                  <a:pt x="2038374" y="818889"/>
                  <a:pt x="2079473" y="816784"/>
                  <a:pt x="2084532" y="836625"/>
                </a:cubicBezTo>
                <a:cubicBezTo>
                  <a:pt x="2064834" y="829695"/>
                  <a:pt x="2043839" y="824003"/>
                  <a:pt x="2019182" y="820463"/>
                </a:cubicBezTo>
                <a:cubicBezTo>
                  <a:pt x="2019552" y="816862"/>
                  <a:pt x="2018624" y="814496"/>
                  <a:pt x="2017696" y="812130"/>
                </a:cubicBezTo>
                <a:close/>
                <a:moveTo>
                  <a:pt x="2923734" y="811733"/>
                </a:moveTo>
                <a:cubicBezTo>
                  <a:pt x="2932020" y="812816"/>
                  <a:pt x="2942162" y="818631"/>
                  <a:pt x="2929933" y="823794"/>
                </a:cubicBezTo>
                <a:cubicBezTo>
                  <a:pt x="2929951" y="818230"/>
                  <a:pt x="2923715" y="817295"/>
                  <a:pt x="2923734" y="811733"/>
                </a:cubicBezTo>
                <a:close/>
                <a:moveTo>
                  <a:pt x="2840023" y="808879"/>
                </a:moveTo>
                <a:cubicBezTo>
                  <a:pt x="2849334" y="802961"/>
                  <a:pt x="2855472" y="813262"/>
                  <a:pt x="2863442" y="815413"/>
                </a:cubicBezTo>
                <a:cubicBezTo>
                  <a:pt x="2888160" y="853309"/>
                  <a:pt x="2917057" y="887696"/>
                  <a:pt x="2953392" y="916999"/>
                </a:cubicBezTo>
                <a:cubicBezTo>
                  <a:pt x="2953871" y="926772"/>
                  <a:pt x="2960807" y="931628"/>
                  <a:pt x="2972298" y="933668"/>
                </a:cubicBezTo>
                <a:cubicBezTo>
                  <a:pt x="3032717" y="1017151"/>
                  <a:pt x="3133521" y="1071865"/>
                  <a:pt x="3219538" y="1137242"/>
                </a:cubicBezTo>
                <a:lnTo>
                  <a:pt x="3219826" y="1137444"/>
                </a:lnTo>
                <a:cubicBezTo>
                  <a:pt x="3155445" y="1112522"/>
                  <a:pt x="3101606" y="1060240"/>
                  <a:pt x="3042053" y="1024117"/>
                </a:cubicBezTo>
                <a:cubicBezTo>
                  <a:pt x="3031013" y="1000517"/>
                  <a:pt x="2998881" y="980591"/>
                  <a:pt x="2983012" y="968193"/>
                </a:cubicBezTo>
                <a:cubicBezTo>
                  <a:pt x="2938037" y="917400"/>
                  <a:pt x="2888323" y="864145"/>
                  <a:pt x="2840023" y="808879"/>
                </a:cubicBezTo>
                <a:close/>
                <a:moveTo>
                  <a:pt x="1801206" y="806378"/>
                </a:moveTo>
                <a:cubicBezTo>
                  <a:pt x="1832099" y="810851"/>
                  <a:pt x="1884251" y="808336"/>
                  <a:pt x="1901486" y="825551"/>
                </a:cubicBezTo>
                <a:cubicBezTo>
                  <a:pt x="1881042" y="821531"/>
                  <a:pt x="1828205" y="828714"/>
                  <a:pt x="1801206" y="806378"/>
                </a:cubicBezTo>
                <a:close/>
                <a:moveTo>
                  <a:pt x="3807149" y="799355"/>
                </a:moveTo>
                <a:cubicBezTo>
                  <a:pt x="3832205" y="816470"/>
                  <a:pt x="3841780" y="844622"/>
                  <a:pt x="3873985" y="856448"/>
                </a:cubicBezTo>
                <a:cubicBezTo>
                  <a:pt x="3869962" y="866500"/>
                  <a:pt x="3882146" y="868168"/>
                  <a:pt x="3890009" y="875390"/>
                </a:cubicBezTo>
                <a:cubicBezTo>
                  <a:pt x="3864642" y="877786"/>
                  <a:pt x="3841921" y="842576"/>
                  <a:pt x="3824915" y="823805"/>
                </a:cubicBezTo>
                <a:cubicBezTo>
                  <a:pt x="3812644" y="821647"/>
                  <a:pt x="3798939" y="808620"/>
                  <a:pt x="3807149" y="799355"/>
                </a:cubicBezTo>
                <a:close/>
                <a:moveTo>
                  <a:pt x="4985531" y="791758"/>
                </a:moveTo>
                <a:cubicBezTo>
                  <a:pt x="5005431" y="788481"/>
                  <a:pt x="5027275" y="793267"/>
                  <a:pt x="5045402" y="809821"/>
                </a:cubicBezTo>
                <a:cubicBezTo>
                  <a:pt x="5099506" y="816822"/>
                  <a:pt x="5134642" y="837993"/>
                  <a:pt x="5175299" y="847589"/>
                </a:cubicBezTo>
                <a:cubicBezTo>
                  <a:pt x="5262938" y="868206"/>
                  <a:pt x="5339558" y="859661"/>
                  <a:pt x="5419272" y="871298"/>
                </a:cubicBezTo>
                <a:cubicBezTo>
                  <a:pt x="5485243" y="881033"/>
                  <a:pt x="5562220" y="911341"/>
                  <a:pt x="5616802" y="928114"/>
                </a:cubicBezTo>
                <a:cubicBezTo>
                  <a:pt x="5695674" y="952029"/>
                  <a:pt x="5772258" y="973056"/>
                  <a:pt x="5847125" y="1001457"/>
                </a:cubicBezTo>
                <a:cubicBezTo>
                  <a:pt x="5888670" y="1038697"/>
                  <a:pt x="5971896" y="1045931"/>
                  <a:pt x="6016814" y="1080815"/>
                </a:cubicBezTo>
                <a:cubicBezTo>
                  <a:pt x="6036596" y="1102387"/>
                  <a:pt x="6053495" y="1126229"/>
                  <a:pt x="6083395" y="1140732"/>
                </a:cubicBezTo>
                <a:cubicBezTo>
                  <a:pt x="6089726" y="1146452"/>
                  <a:pt x="6088822" y="1156970"/>
                  <a:pt x="6099421" y="1159673"/>
                </a:cubicBezTo>
                <a:cubicBezTo>
                  <a:pt x="6119794" y="1157640"/>
                  <a:pt x="6130187" y="1174783"/>
                  <a:pt x="6143976" y="1169854"/>
                </a:cubicBezTo>
                <a:cubicBezTo>
                  <a:pt x="6134815" y="1163868"/>
                  <a:pt x="6122571" y="1160442"/>
                  <a:pt x="6120155" y="1149743"/>
                </a:cubicBezTo>
                <a:cubicBezTo>
                  <a:pt x="6156367" y="1142929"/>
                  <a:pt x="6182884" y="1169646"/>
                  <a:pt x="6194387" y="1194429"/>
                </a:cubicBezTo>
                <a:cubicBezTo>
                  <a:pt x="6205503" y="1195778"/>
                  <a:pt x="6206176" y="1200967"/>
                  <a:pt x="6215523" y="1198076"/>
                </a:cubicBezTo>
                <a:cubicBezTo>
                  <a:pt x="6214962" y="1192108"/>
                  <a:pt x="6214080" y="1182912"/>
                  <a:pt x="6223462" y="1183046"/>
                </a:cubicBezTo>
                <a:cubicBezTo>
                  <a:pt x="6231667" y="1187935"/>
                  <a:pt x="6229843" y="1200383"/>
                  <a:pt x="6238943" y="1204609"/>
                </a:cubicBezTo>
                <a:cubicBezTo>
                  <a:pt x="6239452" y="1198961"/>
                  <a:pt x="6248612" y="1204946"/>
                  <a:pt x="6252536" y="1204262"/>
                </a:cubicBezTo>
                <a:cubicBezTo>
                  <a:pt x="6253365" y="1215995"/>
                  <a:pt x="6263420" y="1221320"/>
                  <a:pt x="6273475" y="1226644"/>
                </a:cubicBezTo>
                <a:cubicBezTo>
                  <a:pt x="6277312" y="1225471"/>
                  <a:pt x="6279441" y="1221815"/>
                  <a:pt x="6280327" y="1216859"/>
                </a:cubicBezTo>
                <a:cubicBezTo>
                  <a:pt x="6296834" y="1215120"/>
                  <a:pt x="6305979" y="1220666"/>
                  <a:pt x="6314351" y="1227547"/>
                </a:cubicBezTo>
                <a:lnTo>
                  <a:pt x="6320274" y="1231316"/>
                </a:lnTo>
                <a:lnTo>
                  <a:pt x="6320274" y="1267994"/>
                </a:lnTo>
                <a:lnTo>
                  <a:pt x="6293849" y="1257210"/>
                </a:lnTo>
                <a:cubicBezTo>
                  <a:pt x="6294294" y="1263955"/>
                  <a:pt x="6298717" y="1267482"/>
                  <a:pt x="6302333" y="1272159"/>
                </a:cubicBezTo>
                <a:cubicBezTo>
                  <a:pt x="6300352" y="1278063"/>
                  <a:pt x="6298661" y="1284171"/>
                  <a:pt x="6290026" y="1281126"/>
                </a:cubicBezTo>
                <a:cubicBezTo>
                  <a:pt x="6286309" y="1253217"/>
                  <a:pt x="6265386" y="1239425"/>
                  <a:pt x="6240609" y="1232369"/>
                </a:cubicBezTo>
                <a:cubicBezTo>
                  <a:pt x="6240064" y="1234991"/>
                  <a:pt x="6239810" y="1237815"/>
                  <a:pt x="6239266" y="1240437"/>
                </a:cubicBezTo>
                <a:cubicBezTo>
                  <a:pt x="6229493" y="1231021"/>
                  <a:pt x="6204997" y="1219874"/>
                  <a:pt x="6193768" y="1219303"/>
                </a:cubicBezTo>
                <a:cubicBezTo>
                  <a:pt x="6206606" y="1231723"/>
                  <a:pt x="6213881" y="1248397"/>
                  <a:pt x="6234156" y="1255731"/>
                </a:cubicBezTo>
                <a:cubicBezTo>
                  <a:pt x="6237168" y="1261272"/>
                  <a:pt x="6228635" y="1267307"/>
                  <a:pt x="6229047" y="1271027"/>
                </a:cubicBezTo>
                <a:cubicBezTo>
                  <a:pt x="6225395" y="1263323"/>
                  <a:pt x="6212162" y="1255773"/>
                  <a:pt x="6210139" y="1254356"/>
                </a:cubicBezTo>
                <a:cubicBezTo>
                  <a:pt x="6183665" y="1234962"/>
                  <a:pt x="6176410" y="1212723"/>
                  <a:pt x="6142760" y="1199885"/>
                </a:cubicBezTo>
                <a:cubicBezTo>
                  <a:pt x="6166849" y="1225760"/>
                  <a:pt x="6189403" y="1264286"/>
                  <a:pt x="6229047" y="1271027"/>
                </a:cubicBezTo>
                <a:cubicBezTo>
                  <a:pt x="6251830" y="1284621"/>
                  <a:pt x="6279723" y="1294608"/>
                  <a:pt x="6305768" y="1305929"/>
                </a:cubicBezTo>
                <a:lnTo>
                  <a:pt x="6320274" y="1313257"/>
                </a:lnTo>
                <a:lnTo>
                  <a:pt x="6320274" y="1328571"/>
                </a:lnTo>
                <a:lnTo>
                  <a:pt x="6309363" y="1322641"/>
                </a:lnTo>
                <a:cubicBezTo>
                  <a:pt x="6302097" y="1319630"/>
                  <a:pt x="6294558" y="1317864"/>
                  <a:pt x="6286601" y="1318618"/>
                </a:cubicBezTo>
                <a:cubicBezTo>
                  <a:pt x="6286783" y="1323894"/>
                  <a:pt x="6299990" y="1332711"/>
                  <a:pt x="6284916" y="1329020"/>
                </a:cubicBezTo>
                <a:lnTo>
                  <a:pt x="6320274" y="1347998"/>
                </a:lnTo>
                <a:lnTo>
                  <a:pt x="6320274" y="1384805"/>
                </a:lnTo>
                <a:lnTo>
                  <a:pt x="6261597" y="1344473"/>
                </a:lnTo>
                <a:cubicBezTo>
                  <a:pt x="6240529" y="1330860"/>
                  <a:pt x="6218328" y="1318317"/>
                  <a:pt x="6193264" y="1308595"/>
                </a:cubicBezTo>
                <a:cubicBezTo>
                  <a:pt x="6179788" y="1294012"/>
                  <a:pt x="6181389" y="1268968"/>
                  <a:pt x="6157101" y="1261827"/>
                </a:cubicBezTo>
                <a:cubicBezTo>
                  <a:pt x="6157645" y="1259206"/>
                  <a:pt x="6160648" y="1260450"/>
                  <a:pt x="6162611" y="1260109"/>
                </a:cubicBezTo>
                <a:cubicBezTo>
                  <a:pt x="6161071" y="1254313"/>
                  <a:pt x="6153476" y="1252855"/>
                  <a:pt x="6144902" y="1251570"/>
                </a:cubicBezTo>
                <a:cubicBezTo>
                  <a:pt x="6139665" y="1244901"/>
                  <a:pt x="6148408" y="1242873"/>
                  <a:pt x="6147927" y="1233100"/>
                </a:cubicBezTo>
                <a:cubicBezTo>
                  <a:pt x="6130360" y="1222514"/>
                  <a:pt x="6105217" y="1204909"/>
                  <a:pt x="6096428" y="1181169"/>
                </a:cubicBezTo>
                <a:cubicBezTo>
                  <a:pt x="6076959" y="1172684"/>
                  <a:pt x="6063051" y="1159944"/>
                  <a:pt x="6059465" y="1139846"/>
                </a:cubicBezTo>
                <a:cubicBezTo>
                  <a:pt x="6021698" y="1132274"/>
                  <a:pt x="5998496" y="1087290"/>
                  <a:pt x="5959040" y="1071673"/>
                </a:cubicBezTo>
                <a:cubicBezTo>
                  <a:pt x="5950318" y="1068139"/>
                  <a:pt x="5935663" y="1072460"/>
                  <a:pt x="5938503" y="1062868"/>
                </a:cubicBezTo>
                <a:cubicBezTo>
                  <a:pt x="5930156" y="1060026"/>
                  <a:pt x="5925803" y="1062553"/>
                  <a:pt x="5919451" y="1062395"/>
                </a:cubicBezTo>
                <a:cubicBezTo>
                  <a:pt x="5860788" y="1039763"/>
                  <a:pt x="5815126" y="1007789"/>
                  <a:pt x="5748622" y="990820"/>
                </a:cubicBezTo>
                <a:cubicBezTo>
                  <a:pt x="5743279" y="989223"/>
                  <a:pt x="5742404" y="984321"/>
                  <a:pt x="5739340" y="981317"/>
                </a:cubicBezTo>
                <a:cubicBezTo>
                  <a:pt x="5668244" y="964135"/>
                  <a:pt x="5592064" y="942533"/>
                  <a:pt x="5509505" y="922041"/>
                </a:cubicBezTo>
                <a:cubicBezTo>
                  <a:pt x="5478289" y="914338"/>
                  <a:pt x="5447346" y="898247"/>
                  <a:pt x="5416078" y="893082"/>
                </a:cubicBezTo>
                <a:cubicBezTo>
                  <a:pt x="5347392" y="882303"/>
                  <a:pt x="5277621" y="895216"/>
                  <a:pt x="5211695" y="878649"/>
                </a:cubicBezTo>
                <a:cubicBezTo>
                  <a:pt x="5181259" y="871064"/>
                  <a:pt x="5137404" y="864805"/>
                  <a:pt x="5102135" y="849974"/>
                </a:cubicBezTo>
                <a:cubicBezTo>
                  <a:pt x="5084398" y="842702"/>
                  <a:pt x="5074820" y="828703"/>
                  <a:pt x="5050380" y="833466"/>
                </a:cubicBezTo>
                <a:cubicBezTo>
                  <a:pt x="5041665" y="834226"/>
                  <a:pt x="5042865" y="828204"/>
                  <a:pt x="5037926" y="826033"/>
                </a:cubicBezTo>
                <a:cubicBezTo>
                  <a:pt x="4960331" y="853196"/>
                  <a:pt x="4863927" y="854322"/>
                  <a:pt x="4800194" y="901056"/>
                </a:cubicBezTo>
                <a:cubicBezTo>
                  <a:pt x="4857241" y="907545"/>
                  <a:pt x="4930238" y="908474"/>
                  <a:pt x="4985670" y="931418"/>
                </a:cubicBezTo>
                <a:cubicBezTo>
                  <a:pt x="5123466" y="946835"/>
                  <a:pt x="5256892" y="988791"/>
                  <a:pt x="5376762" y="1019967"/>
                </a:cubicBezTo>
                <a:cubicBezTo>
                  <a:pt x="5299052" y="1015309"/>
                  <a:pt x="5229931" y="987928"/>
                  <a:pt x="5153582" y="969639"/>
                </a:cubicBezTo>
                <a:cubicBezTo>
                  <a:pt x="5016535" y="937159"/>
                  <a:pt x="4857914" y="912735"/>
                  <a:pt x="4748896" y="914035"/>
                </a:cubicBezTo>
                <a:cubicBezTo>
                  <a:pt x="4697335" y="939697"/>
                  <a:pt x="4626875" y="938829"/>
                  <a:pt x="4574735" y="964086"/>
                </a:cubicBezTo>
                <a:cubicBezTo>
                  <a:pt x="4669367" y="972872"/>
                  <a:pt x="4792350" y="953469"/>
                  <a:pt x="4881879" y="981844"/>
                </a:cubicBezTo>
                <a:cubicBezTo>
                  <a:pt x="4885150" y="970409"/>
                  <a:pt x="4905844" y="985756"/>
                  <a:pt x="4896816" y="973430"/>
                </a:cubicBezTo>
                <a:cubicBezTo>
                  <a:pt x="4915996" y="981713"/>
                  <a:pt x="4929191" y="967791"/>
                  <a:pt x="4942170" y="978165"/>
                </a:cubicBezTo>
                <a:cubicBezTo>
                  <a:pt x="4935135" y="982676"/>
                  <a:pt x="4932841" y="975493"/>
                  <a:pt x="4923118" y="977692"/>
                </a:cubicBezTo>
                <a:cubicBezTo>
                  <a:pt x="4937087" y="992191"/>
                  <a:pt x="4969751" y="986754"/>
                  <a:pt x="4986383" y="990680"/>
                </a:cubicBezTo>
                <a:cubicBezTo>
                  <a:pt x="4988653" y="984978"/>
                  <a:pt x="4981786" y="986174"/>
                  <a:pt x="4982268" y="981793"/>
                </a:cubicBezTo>
                <a:cubicBezTo>
                  <a:pt x="4994969" y="982108"/>
                  <a:pt x="4992392" y="993171"/>
                  <a:pt x="5001920" y="995554"/>
                </a:cubicBezTo>
                <a:cubicBezTo>
                  <a:pt x="5003780" y="986133"/>
                  <a:pt x="5005932" y="995360"/>
                  <a:pt x="5013430" y="992032"/>
                </a:cubicBezTo>
                <a:cubicBezTo>
                  <a:pt x="5013397" y="989006"/>
                  <a:pt x="5009096" y="988997"/>
                  <a:pt x="5005890" y="988039"/>
                </a:cubicBezTo>
                <a:cubicBezTo>
                  <a:pt x="5026606" y="983671"/>
                  <a:pt x="5039592" y="998341"/>
                  <a:pt x="5060272" y="1005100"/>
                </a:cubicBezTo>
                <a:cubicBezTo>
                  <a:pt x="5076451" y="997985"/>
                  <a:pt x="5095107" y="1003328"/>
                  <a:pt x="5110537" y="1013274"/>
                </a:cubicBezTo>
                <a:cubicBezTo>
                  <a:pt x="4900052" y="991567"/>
                  <a:pt x="4702606" y="949392"/>
                  <a:pt x="4523154" y="995310"/>
                </a:cubicBezTo>
                <a:cubicBezTo>
                  <a:pt x="4511876" y="1015723"/>
                  <a:pt x="4514661" y="1055418"/>
                  <a:pt x="4474323" y="1063203"/>
                </a:cubicBezTo>
                <a:cubicBezTo>
                  <a:pt x="4479697" y="1081979"/>
                  <a:pt x="4474244" y="1099606"/>
                  <a:pt x="4473872" y="1117361"/>
                </a:cubicBezTo>
                <a:cubicBezTo>
                  <a:pt x="4481048" y="1143404"/>
                  <a:pt x="4499438" y="1161427"/>
                  <a:pt x="4512176" y="1183215"/>
                </a:cubicBezTo>
                <a:cubicBezTo>
                  <a:pt x="4517634" y="1184033"/>
                  <a:pt x="4522600" y="1184937"/>
                  <a:pt x="4528056" y="1185755"/>
                </a:cubicBezTo>
                <a:cubicBezTo>
                  <a:pt x="4537864" y="1198199"/>
                  <a:pt x="4554417" y="1205929"/>
                  <a:pt x="4557479" y="1223084"/>
                </a:cubicBezTo>
                <a:cubicBezTo>
                  <a:pt x="4585591" y="1238909"/>
                  <a:pt x="4590989" y="1270569"/>
                  <a:pt x="4605409" y="1296107"/>
                </a:cubicBezTo>
                <a:cubicBezTo>
                  <a:pt x="4652098" y="1321079"/>
                  <a:pt x="4642453" y="1398824"/>
                  <a:pt x="4707864" y="1402590"/>
                </a:cubicBezTo>
                <a:cubicBezTo>
                  <a:pt x="4711835" y="1395077"/>
                  <a:pt x="4702804" y="1396903"/>
                  <a:pt x="4698038" y="1395710"/>
                </a:cubicBezTo>
                <a:cubicBezTo>
                  <a:pt x="4749746" y="1386450"/>
                  <a:pt x="4783871" y="1423213"/>
                  <a:pt x="4820796" y="1443062"/>
                </a:cubicBezTo>
                <a:cubicBezTo>
                  <a:pt x="4877250" y="1473155"/>
                  <a:pt x="4966353" y="1489223"/>
                  <a:pt x="5043975" y="1493389"/>
                </a:cubicBezTo>
                <a:cubicBezTo>
                  <a:pt x="5095531" y="1496033"/>
                  <a:pt x="5136002" y="1481908"/>
                  <a:pt x="5190151" y="1482077"/>
                </a:cubicBezTo>
                <a:cubicBezTo>
                  <a:pt x="5319463" y="1482548"/>
                  <a:pt x="5423880" y="1411542"/>
                  <a:pt x="5561155" y="1442466"/>
                </a:cubicBezTo>
                <a:cubicBezTo>
                  <a:pt x="5562497" y="1434398"/>
                  <a:pt x="5548158" y="1437654"/>
                  <a:pt x="5549500" y="1429587"/>
                </a:cubicBezTo>
                <a:cubicBezTo>
                  <a:pt x="5565284" y="1427341"/>
                  <a:pt x="5589404" y="1437797"/>
                  <a:pt x="5607307" y="1441754"/>
                </a:cubicBezTo>
                <a:cubicBezTo>
                  <a:pt x="5604916" y="1443940"/>
                  <a:pt x="5601771" y="1444741"/>
                  <a:pt x="5598424" y="1445829"/>
                </a:cubicBezTo>
                <a:cubicBezTo>
                  <a:pt x="5604178" y="1451145"/>
                  <a:pt x="5615091" y="1452781"/>
                  <a:pt x="5623928" y="1455537"/>
                </a:cubicBezTo>
                <a:lnTo>
                  <a:pt x="5618366" y="1450278"/>
                </a:lnTo>
                <a:lnTo>
                  <a:pt x="5748756" y="1488629"/>
                </a:lnTo>
                <a:cubicBezTo>
                  <a:pt x="5795075" y="1502673"/>
                  <a:pt x="5842367" y="1517557"/>
                  <a:pt x="5885170" y="1532086"/>
                </a:cubicBezTo>
                <a:cubicBezTo>
                  <a:pt x="5895509" y="1551765"/>
                  <a:pt x="5928766" y="1555321"/>
                  <a:pt x="5944064" y="1571609"/>
                </a:cubicBezTo>
                <a:cubicBezTo>
                  <a:pt x="6005313" y="1587474"/>
                  <a:pt x="6048938" y="1609442"/>
                  <a:pt x="6101498" y="1624799"/>
                </a:cubicBezTo>
                <a:cubicBezTo>
                  <a:pt x="6109730" y="1628418"/>
                  <a:pt x="6106361" y="1616623"/>
                  <a:pt x="6113263" y="1618452"/>
                </a:cubicBezTo>
                <a:cubicBezTo>
                  <a:pt x="6133949" y="1629506"/>
                  <a:pt x="6153316" y="1628912"/>
                  <a:pt x="6174784" y="1625930"/>
                </a:cubicBezTo>
                <a:cubicBezTo>
                  <a:pt x="6180881" y="1628912"/>
                  <a:pt x="6164580" y="1632510"/>
                  <a:pt x="6172847" y="1639156"/>
                </a:cubicBezTo>
                <a:cubicBezTo>
                  <a:pt x="6183986" y="1641701"/>
                  <a:pt x="6197358" y="1644363"/>
                  <a:pt x="6211253" y="1647806"/>
                </a:cubicBezTo>
                <a:lnTo>
                  <a:pt x="6249864" y="1660203"/>
                </a:lnTo>
                <a:lnTo>
                  <a:pt x="6130356" y="1660203"/>
                </a:lnTo>
                <a:lnTo>
                  <a:pt x="6119588" y="1652477"/>
                </a:lnTo>
                <a:cubicBezTo>
                  <a:pt x="6075215" y="1647572"/>
                  <a:pt x="6026100" y="1621760"/>
                  <a:pt x="5983289" y="1602935"/>
                </a:cubicBezTo>
                <a:cubicBezTo>
                  <a:pt x="5955382" y="1605270"/>
                  <a:pt x="5931643" y="1581355"/>
                  <a:pt x="5908116" y="1579894"/>
                </a:cubicBezTo>
                <a:cubicBezTo>
                  <a:pt x="5897449" y="1571139"/>
                  <a:pt x="5885889" y="1563044"/>
                  <a:pt x="5874127" y="1555237"/>
                </a:cubicBezTo>
                <a:cubicBezTo>
                  <a:pt x="5880401" y="1545047"/>
                  <a:pt x="5783198" y="1519019"/>
                  <a:pt x="5756082" y="1511614"/>
                </a:cubicBezTo>
                <a:cubicBezTo>
                  <a:pt x="5732171" y="1505165"/>
                  <a:pt x="5702982" y="1484726"/>
                  <a:pt x="5680021" y="1493528"/>
                </a:cubicBezTo>
                <a:cubicBezTo>
                  <a:pt x="5671937" y="1492156"/>
                  <a:pt x="5670599" y="1486072"/>
                  <a:pt x="5665282" y="1483207"/>
                </a:cubicBezTo>
                <a:cubicBezTo>
                  <a:pt x="5588539" y="1469789"/>
                  <a:pt x="5505550" y="1451142"/>
                  <a:pt x="5418428" y="1461770"/>
                </a:cubicBezTo>
                <a:cubicBezTo>
                  <a:pt x="5411035" y="1460025"/>
                  <a:pt x="5410474" y="1468210"/>
                  <a:pt x="5406119" y="1470736"/>
                </a:cubicBezTo>
                <a:cubicBezTo>
                  <a:pt x="5351971" y="1470567"/>
                  <a:pt x="5315357" y="1510555"/>
                  <a:pt x="5260088" y="1498450"/>
                </a:cubicBezTo>
                <a:cubicBezTo>
                  <a:pt x="5181455" y="1509874"/>
                  <a:pt x="5114929" y="1512619"/>
                  <a:pt x="5025690" y="1517045"/>
                </a:cubicBezTo>
                <a:cubicBezTo>
                  <a:pt x="5223923" y="1563631"/>
                  <a:pt x="5418287" y="1575764"/>
                  <a:pt x="5601911" y="1587243"/>
                </a:cubicBezTo>
                <a:cubicBezTo>
                  <a:pt x="5586350" y="1602083"/>
                  <a:pt x="5564711" y="1589933"/>
                  <a:pt x="5547131" y="1589205"/>
                </a:cubicBezTo>
                <a:cubicBezTo>
                  <a:pt x="5410647" y="1581138"/>
                  <a:pt x="5294991" y="1582081"/>
                  <a:pt x="5150928" y="1548549"/>
                </a:cubicBezTo>
                <a:cubicBezTo>
                  <a:pt x="5108534" y="1551891"/>
                  <a:pt x="5068526" y="1534600"/>
                  <a:pt x="5018005" y="1529250"/>
                </a:cubicBezTo>
                <a:cubicBezTo>
                  <a:pt x="5007581" y="1527528"/>
                  <a:pt x="5019655" y="1515822"/>
                  <a:pt x="5014978" y="1515121"/>
                </a:cubicBezTo>
                <a:cubicBezTo>
                  <a:pt x="5011570" y="1514449"/>
                  <a:pt x="5007962" y="1514068"/>
                  <a:pt x="5004554" y="1513398"/>
                </a:cubicBezTo>
                <a:cubicBezTo>
                  <a:pt x="4995542" y="1509661"/>
                  <a:pt x="4998912" y="1521457"/>
                  <a:pt x="5000042" y="1523535"/>
                </a:cubicBezTo>
                <a:cubicBezTo>
                  <a:pt x="4988769" y="1515642"/>
                  <a:pt x="4951542" y="1519600"/>
                  <a:pt x="4951371" y="1504467"/>
                </a:cubicBezTo>
                <a:cubicBezTo>
                  <a:pt x="4901655" y="1497965"/>
                  <a:pt x="4847572" y="1485403"/>
                  <a:pt x="4809019" y="1459265"/>
                </a:cubicBezTo>
                <a:cubicBezTo>
                  <a:pt x="4789455" y="1445996"/>
                  <a:pt x="4761258" y="1415529"/>
                  <a:pt x="4731073" y="1419270"/>
                </a:cubicBezTo>
                <a:cubicBezTo>
                  <a:pt x="4744946" y="1428984"/>
                  <a:pt x="4757433" y="1439444"/>
                  <a:pt x="4775975" y="1445564"/>
                </a:cubicBezTo>
                <a:cubicBezTo>
                  <a:pt x="4772214" y="1457085"/>
                  <a:pt x="4769544" y="1449211"/>
                  <a:pt x="4758753" y="1451091"/>
                </a:cubicBezTo>
                <a:cubicBezTo>
                  <a:pt x="4892382" y="1525358"/>
                  <a:pt x="5060084" y="1559572"/>
                  <a:pt x="5224765" y="1598105"/>
                </a:cubicBezTo>
                <a:cubicBezTo>
                  <a:pt x="5106553" y="1590394"/>
                  <a:pt x="4970868" y="1544284"/>
                  <a:pt x="4865977" y="1512015"/>
                </a:cubicBezTo>
                <a:cubicBezTo>
                  <a:pt x="4919872" y="1547609"/>
                  <a:pt x="4983993" y="1575671"/>
                  <a:pt x="5051503" y="1600048"/>
                </a:cubicBezTo>
                <a:lnTo>
                  <a:pt x="5239368" y="1660203"/>
                </a:lnTo>
                <a:lnTo>
                  <a:pt x="5203242" y="1660203"/>
                </a:lnTo>
                <a:lnTo>
                  <a:pt x="5185920" y="1651651"/>
                </a:lnTo>
                <a:cubicBezTo>
                  <a:pt x="5178222" y="1647816"/>
                  <a:pt x="5170621" y="1644370"/>
                  <a:pt x="5163135" y="1642452"/>
                </a:cubicBezTo>
                <a:cubicBezTo>
                  <a:pt x="5156232" y="1640621"/>
                  <a:pt x="5145238" y="1642788"/>
                  <a:pt x="5138916" y="1641364"/>
                </a:cubicBezTo>
                <a:cubicBezTo>
                  <a:pt x="4988863" y="1599778"/>
                  <a:pt x="4858072" y="1530071"/>
                  <a:pt x="4732105" y="1463315"/>
                </a:cubicBezTo>
                <a:cubicBezTo>
                  <a:pt x="4733063" y="1482858"/>
                  <a:pt x="4753522" y="1495468"/>
                  <a:pt x="4765098" y="1512152"/>
                </a:cubicBezTo>
                <a:cubicBezTo>
                  <a:pt x="4784168" y="1539660"/>
                  <a:pt x="4799471" y="1574395"/>
                  <a:pt x="4831482" y="1590805"/>
                </a:cubicBezTo>
                <a:cubicBezTo>
                  <a:pt x="4833364" y="1594266"/>
                  <a:pt x="4833862" y="1598476"/>
                  <a:pt x="4831881" y="1604381"/>
                </a:cubicBezTo>
                <a:cubicBezTo>
                  <a:pt x="4851263" y="1612376"/>
                  <a:pt x="4859431" y="1628390"/>
                  <a:pt x="4869099" y="1642880"/>
                </a:cubicBezTo>
                <a:lnTo>
                  <a:pt x="4891397" y="1660203"/>
                </a:lnTo>
                <a:lnTo>
                  <a:pt x="4854424" y="1660203"/>
                </a:lnTo>
                <a:lnTo>
                  <a:pt x="4851778" y="1657774"/>
                </a:lnTo>
                <a:cubicBezTo>
                  <a:pt x="4845423" y="1639170"/>
                  <a:pt x="4828459" y="1627720"/>
                  <a:pt x="4812187" y="1615898"/>
                </a:cubicBezTo>
                <a:cubicBezTo>
                  <a:pt x="4812359" y="1598431"/>
                  <a:pt x="4796365" y="1596669"/>
                  <a:pt x="4786881" y="1587455"/>
                </a:cubicBezTo>
                <a:cubicBezTo>
                  <a:pt x="4773869" y="1574054"/>
                  <a:pt x="4767383" y="1547638"/>
                  <a:pt x="4750461" y="1543509"/>
                </a:cubicBezTo>
                <a:cubicBezTo>
                  <a:pt x="4742658" y="1505446"/>
                  <a:pt x="4702318" y="1480632"/>
                  <a:pt x="4698816" y="1442579"/>
                </a:cubicBezTo>
                <a:cubicBezTo>
                  <a:pt x="4691108" y="1441901"/>
                  <a:pt x="4685389" y="1439611"/>
                  <a:pt x="4683734" y="1434593"/>
                </a:cubicBezTo>
                <a:cubicBezTo>
                  <a:pt x="4687686" y="1432641"/>
                  <a:pt x="4688598" y="1426416"/>
                  <a:pt x="4693214" y="1425360"/>
                </a:cubicBezTo>
                <a:cubicBezTo>
                  <a:pt x="4680577" y="1412652"/>
                  <a:pt x="4668832" y="1413435"/>
                  <a:pt x="4650344" y="1404778"/>
                </a:cubicBezTo>
                <a:cubicBezTo>
                  <a:pt x="4644437" y="1378767"/>
                  <a:pt x="4622081" y="1354106"/>
                  <a:pt x="4618294" y="1334296"/>
                </a:cubicBezTo>
                <a:cubicBezTo>
                  <a:pt x="4610356" y="1335173"/>
                  <a:pt x="4612137" y="1329556"/>
                  <a:pt x="4605296" y="1329484"/>
                </a:cubicBezTo>
                <a:cubicBezTo>
                  <a:pt x="4598652" y="1310678"/>
                  <a:pt x="4578202" y="1302363"/>
                  <a:pt x="4578303" y="1278844"/>
                </a:cubicBezTo>
                <a:cubicBezTo>
                  <a:pt x="4549384" y="1231571"/>
                  <a:pt x="4496538" y="1201860"/>
                  <a:pt x="4464533" y="1157146"/>
                </a:cubicBezTo>
                <a:cubicBezTo>
                  <a:pt x="4446604" y="1121859"/>
                  <a:pt x="4461292" y="1087964"/>
                  <a:pt x="4458983" y="1039594"/>
                </a:cubicBezTo>
                <a:cubicBezTo>
                  <a:pt x="4465362" y="1024330"/>
                  <a:pt x="4471499" y="1002034"/>
                  <a:pt x="4492680" y="998850"/>
                </a:cubicBezTo>
                <a:cubicBezTo>
                  <a:pt x="4491992" y="985072"/>
                  <a:pt x="4506796" y="982998"/>
                  <a:pt x="4516153" y="970248"/>
                </a:cubicBezTo>
                <a:cubicBezTo>
                  <a:pt x="4563490" y="954926"/>
                  <a:pt x="4599051" y="923207"/>
                  <a:pt x="4652756" y="916632"/>
                </a:cubicBezTo>
                <a:cubicBezTo>
                  <a:pt x="4653299" y="914010"/>
                  <a:pt x="4653554" y="911186"/>
                  <a:pt x="4654097" y="908564"/>
                </a:cubicBezTo>
                <a:cubicBezTo>
                  <a:pt x="4678579" y="911123"/>
                  <a:pt x="4692326" y="898872"/>
                  <a:pt x="4713189" y="896753"/>
                </a:cubicBezTo>
                <a:cubicBezTo>
                  <a:pt x="4717578" y="897253"/>
                  <a:pt x="4722055" y="898242"/>
                  <a:pt x="4726443" y="898742"/>
                </a:cubicBezTo>
                <a:cubicBezTo>
                  <a:pt x="4791356" y="865701"/>
                  <a:pt x="4863677" y="842994"/>
                  <a:pt x="4937328" y="822077"/>
                </a:cubicBezTo>
                <a:cubicBezTo>
                  <a:pt x="4947676" y="806375"/>
                  <a:pt x="4965631" y="795035"/>
                  <a:pt x="4985531" y="791758"/>
                </a:cubicBezTo>
                <a:close/>
                <a:moveTo>
                  <a:pt x="1894540" y="783801"/>
                </a:moveTo>
                <a:cubicBezTo>
                  <a:pt x="1917322" y="788171"/>
                  <a:pt x="1955249" y="788135"/>
                  <a:pt x="1975223" y="805124"/>
                </a:cubicBezTo>
                <a:cubicBezTo>
                  <a:pt x="1940898" y="801249"/>
                  <a:pt x="1917659" y="799989"/>
                  <a:pt x="1894540" y="783801"/>
                </a:cubicBezTo>
                <a:close/>
                <a:moveTo>
                  <a:pt x="3790293" y="782834"/>
                </a:moveTo>
                <a:cubicBezTo>
                  <a:pt x="3793900" y="783216"/>
                  <a:pt x="3795810" y="785411"/>
                  <a:pt x="3797833" y="786827"/>
                </a:cubicBezTo>
                <a:cubicBezTo>
                  <a:pt x="3796947" y="791784"/>
                  <a:pt x="3794817" y="795439"/>
                  <a:pt x="3790981" y="796613"/>
                </a:cubicBezTo>
                <a:lnTo>
                  <a:pt x="3790691" y="796411"/>
                </a:lnTo>
                <a:cubicBezTo>
                  <a:pt x="3790220" y="790933"/>
                  <a:pt x="3784641" y="786597"/>
                  <a:pt x="3790293" y="782834"/>
                </a:cubicBezTo>
                <a:close/>
                <a:moveTo>
                  <a:pt x="1851860" y="771020"/>
                </a:moveTo>
                <a:cubicBezTo>
                  <a:pt x="1859594" y="772200"/>
                  <a:pt x="1866513" y="775543"/>
                  <a:pt x="1867894" y="781873"/>
                </a:cubicBezTo>
                <a:cubicBezTo>
                  <a:pt x="1853856" y="775474"/>
                  <a:pt x="1842293" y="781532"/>
                  <a:pt x="1830933" y="773148"/>
                </a:cubicBezTo>
                <a:cubicBezTo>
                  <a:pt x="1835577" y="770824"/>
                  <a:pt x="1844126" y="769840"/>
                  <a:pt x="1851860" y="771020"/>
                </a:cubicBezTo>
                <a:close/>
                <a:moveTo>
                  <a:pt x="1278655" y="759176"/>
                </a:moveTo>
                <a:cubicBezTo>
                  <a:pt x="1296234" y="759905"/>
                  <a:pt x="1294193" y="764050"/>
                  <a:pt x="1298649" y="770602"/>
                </a:cubicBezTo>
                <a:cubicBezTo>
                  <a:pt x="1411963" y="816062"/>
                  <a:pt x="1543344" y="843717"/>
                  <a:pt x="1666465" y="869019"/>
                </a:cubicBezTo>
                <a:cubicBezTo>
                  <a:pt x="1794062" y="895312"/>
                  <a:pt x="1904689" y="905859"/>
                  <a:pt x="2023368" y="933199"/>
                </a:cubicBezTo>
                <a:cubicBezTo>
                  <a:pt x="2025950" y="940582"/>
                  <a:pt x="2035279" y="943254"/>
                  <a:pt x="2043021" y="946960"/>
                </a:cubicBezTo>
                <a:cubicBezTo>
                  <a:pt x="2041526" y="934333"/>
                  <a:pt x="2051527" y="942193"/>
                  <a:pt x="2053988" y="946059"/>
                </a:cubicBezTo>
                <a:cubicBezTo>
                  <a:pt x="2038598" y="943435"/>
                  <a:pt x="2052576" y="948075"/>
                  <a:pt x="2052646" y="954128"/>
                </a:cubicBezTo>
                <a:cubicBezTo>
                  <a:pt x="2048055" y="953918"/>
                  <a:pt x="2039648" y="949317"/>
                  <a:pt x="2041134" y="957649"/>
                </a:cubicBezTo>
                <a:cubicBezTo>
                  <a:pt x="2107035" y="975483"/>
                  <a:pt x="2166602" y="987598"/>
                  <a:pt x="2215246" y="1007933"/>
                </a:cubicBezTo>
                <a:cubicBezTo>
                  <a:pt x="2162123" y="1000761"/>
                  <a:pt x="2075666" y="979685"/>
                  <a:pt x="2016627" y="956360"/>
                </a:cubicBezTo>
                <a:cubicBezTo>
                  <a:pt x="2019239" y="948323"/>
                  <a:pt x="2039618" y="964736"/>
                  <a:pt x="2039104" y="951938"/>
                </a:cubicBezTo>
                <a:cubicBezTo>
                  <a:pt x="2026027" y="950931"/>
                  <a:pt x="2005507" y="936564"/>
                  <a:pt x="1996378" y="947757"/>
                </a:cubicBezTo>
                <a:cubicBezTo>
                  <a:pt x="1998401" y="949172"/>
                  <a:pt x="2006842" y="956801"/>
                  <a:pt x="2000492" y="956644"/>
                </a:cubicBezTo>
                <a:lnTo>
                  <a:pt x="2000116" y="955950"/>
                </a:lnTo>
                <a:cubicBezTo>
                  <a:pt x="1852434" y="931894"/>
                  <a:pt x="1688860" y="882555"/>
                  <a:pt x="1543821" y="867640"/>
                </a:cubicBezTo>
                <a:cubicBezTo>
                  <a:pt x="1486370" y="861728"/>
                  <a:pt x="1419943" y="855105"/>
                  <a:pt x="1370798" y="844714"/>
                </a:cubicBezTo>
                <a:cubicBezTo>
                  <a:pt x="1413675" y="836992"/>
                  <a:pt x="1468574" y="852699"/>
                  <a:pt x="1503576" y="847611"/>
                </a:cubicBezTo>
                <a:cubicBezTo>
                  <a:pt x="1420440" y="826714"/>
                  <a:pt x="1357745" y="809839"/>
                  <a:pt x="1288881" y="779633"/>
                </a:cubicBezTo>
                <a:cubicBezTo>
                  <a:pt x="1294139" y="766587"/>
                  <a:pt x="1283918" y="764577"/>
                  <a:pt x="1278655" y="759176"/>
                </a:cubicBezTo>
                <a:close/>
                <a:moveTo>
                  <a:pt x="2695929" y="758168"/>
                </a:moveTo>
                <a:cubicBezTo>
                  <a:pt x="2758582" y="800323"/>
                  <a:pt x="2799298" y="858428"/>
                  <a:pt x="2857281" y="904176"/>
                </a:cubicBezTo>
                <a:cubicBezTo>
                  <a:pt x="2856785" y="899966"/>
                  <a:pt x="2854847" y="899040"/>
                  <a:pt x="2858624" y="896107"/>
                </a:cubicBezTo>
                <a:cubicBezTo>
                  <a:pt x="2859159" y="889191"/>
                  <a:pt x="2848771" y="890495"/>
                  <a:pt x="2849596" y="883781"/>
                </a:cubicBezTo>
                <a:cubicBezTo>
                  <a:pt x="2863171" y="888997"/>
                  <a:pt x="2871789" y="897605"/>
                  <a:pt x="2869191" y="914231"/>
                </a:cubicBezTo>
                <a:cubicBezTo>
                  <a:pt x="2861202" y="917643"/>
                  <a:pt x="2865937" y="901657"/>
                  <a:pt x="2861650" y="910237"/>
                </a:cubicBezTo>
                <a:cubicBezTo>
                  <a:pt x="2867378" y="916821"/>
                  <a:pt x="2870158" y="938070"/>
                  <a:pt x="2885471" y="930348"/>
                </a:cubicBezTo>
                <a:cubicBezTo>
                  <a:pt x="2884255" y="927781"/>
                  <a:pt x="2869179" y="924088"/>
                  <a:pt x="2879017" y="921111"/>
                </a:cubicBezTo>
                <a:cubicBezTo>
                  <a:pt x="2879401" y="926098"/>
                  <a:pt x="2881671" y="920396"/>
                  <a:pt x="2884527" y="919393"/>
                </a:cubicBezTo>
                <a:cubicBezTo>
                  <a:pt x="2884349" y="932565"/>
                  <a:pt x="2901062" y="932687"/>
                  <a:pt x="2889586" y="939233"/>
                </a:cubicBezTo>
                <a:cubicBezTo>
                  <a:pt x="2896487" y="941064"/>
                  <a:pt x="2896241" y="948183"/>
                  <a:pt x="2904324" y="949555"/>
                </a:cubicBezTo>
                <a:lnTo>
                  <a:pt x="2904412" y="950045"/>
                </a:lnTo>
                <a:cubicBezTo>
                  <a:pt x="2899890" y="955887"/>
                  <a:pt x="2908132" y="963800"/>
                  <a:pt x="2902186" y="963068"/>
                </a:cubicBezTo>
                <a:cubicBezTo>
                  <a:pt x="2883870" y="955391"/>
                  <a:pt x="2884110" y="943979"/>
                  <a:pt x="2868195" y="938412"/>
                </a:cubicBezTo>
                <a:cubicBezTo>
                  <a:pt x="2870158" y="938070"/>
                  <a:pt x="2871656" y="936545"/>
                  <a:pt x="2871621" y="933519"/>
                </a:cubicBezTo>
                <a:cubicBezTo>
                  <a:pt x="2848377" y="927966"/>
                  <a:pt x="2849459" y="904275"/>
                  <a:pt x="2825725" y="898806"/>
                </a:cubicBezTo>
                <a:cubicBezTo>
                  <a:pt x="2796016" y="847123"/>
                  <a:pt x="2727940" y="807176"/>
                  <a:pt x="2695929" y="758168"/>
                </a:cubicBezTo>
                <a:close/>
                <a:moveTo>
                  <a:pt x="2256265" y="753135"/>
                </a:moveTo>
                <a:cubicBezTo>
                  <a:pt x="2295687" y="765725"/>
                  <a:pt x="2316879" y="785284"/>
                  <a:pt x="2345578" y="805808"/>
                </a:cubicBezTo>
                <a:cubicBezTo>
                  <a:pt x="2464130" y="890534"/>
                  <a:pt x="2588410" y="981845"/>
                  <a:pt x="2694873" y="1069688"/>
                </a:cubicBezTo>
                <a:cubicBezTo>
                  <a:pt x="2804694" y="1113986"/>
                  <a:pt x="2896350" y="1185456"/>
                  <a:pt x="3006371" y="1229468"/>
                </a:cubicBezTo>
                <a:cubicBezTo>
                  <a:pt x="3034678" y="1240709"/>
                  <a:pt x="3063030" y="1245121"/>
                  <a:pt x="3087744" y="1264570"/>
                </a:cubicBezTo>
                <a:cubicBezTo>
                  <a:pt x="3146355" y="1289740"/>
                  <a:pt x="3242849" y="1307549"/>
                  <a:pt x="3301300" y="1340328"/>
                </a:cubicBezTo>
                <a:cubicBezTo>
                  <a:pt x="3278195" y="1332729"/>
                  <a:pt x="3248837" y="1329757"/>
                  <a:pt x="3231295" y="1317902"/>
                </a:cubicBezTo>
                <a:cubicBezTo>
                  <a:pt x="3154803" y="1301660"/>
                  <a:pt x="3071187" y="1270992"/>
                  <a:pt x="3010740" y="1235529"/>
                </a:cubicBezTo>
                <a:cubicBezTo>
                  <a:pt x="2960386" y="1226865"/>
                  <a:pt x="2910408" y="1186293"/>
                  <a:pt x="2858963" y="1164424"/>
                </a:cubicBezTo>
                <a:cubicBezTo>
                  <a:pt x="2835708" y="1154577"/>
                  <a:pt x="2826513" y="1145565"/>
                  <a:pt x="2798382" y="1135303"/>
                </a:cubicBezTo>
                <a:cubicBezTo>
                  <a:pt x="2772676" y="1125882"/>
                  <a:pt x="2754517" y="1092150"/>
                  <a:pt x="2725094" y="1101571"/>
                </a:cubicBezTo>
                <a:cubicBezTo>
                  <a:pt x="2763569" y="1117360"/>
                  <a:pt x="2780574" y="1136132"/>
                  <a:pt x="2810980" y="1159137"/>
                </a:cubicBezTo>
                <a:cubicBezTo>
                  <a:pt x="2794778" y="1185967"/>
                  <a:pt x="2832389" y="1186996"/>
                  <a:pt x="2828348" y="1202609"/>
                </a:cubicBezTo>
                <a:cubicBezTo>
                  <a:pt x="2828120" y="1204166"/>
                  <a:pt x="2828181" y="1205923"/>
                  <a:pt x="2830432" y="1205784"/>
                </a:cubicBezTo>
                <a:lnTo>
                  <a:pt x="2830230" y="1206073"/>
                </a:lnTo>
                <a:cubicBezTo>
                  <a:pt x="2838098" y="1199142"/>
                  <a:pt x="2840293" y="1215692"/>
                  <a:pt x="2847597" y="1216946"/>
                </a:cubicBezTo>
                <a:cubicBezTo>
                  <a:pt x="2818028" y="1209966"/>
                  <a:pt x="2808725" y="1173429"/>
                  <a:pt x="2772677" y="1158481"/>
                </a:cubicBezTo>
                <a:cubicBezTo>
                  <a:pt x="2775304" y="1159035"/>
                  <a:pt x="2776769" y="1154483"/>
                  <a:pt x="2773764" y="1153238"/>
                </a:cubicBezTo>
                <a:cubicBezTo>
                  <a:pt x="2713497" y="1104603"/>
                  <a:pt x="2660375" y="1050681"/>
                  <a:pt x="2593360" y="1006758"/>
                </a:cubicBezTo>
                <a:cubicBezTo>
                  <a:pt x="2597459" y="1007055"/>
                  <a:pt x="2602890" y="1009141"/>
                  <a:pt x="2604327" y="1005859"/>
                </a:cubicBezTo>
                <a:cubicBezTo>
                  <a:pt x="2595727" y="1005841"/>
                  <a:pt x="2595657" y="999787"/>
                  <a:pt x="2586364" y="1000144"/>
                </a:cubicBezTo>
                <a:cubicBezTo>
                  <a:pt x="2583089" y="993133"/>
                  <a:pt x="2578921" y="986783"/>
                  <a:pt x="2572966" y="981755"/>
                </a:cubicBezTo>
                <a:cubicBezTo>
                  <a:pt x="2469163" y="911643"/>
                  <a:pt x="2381203" y="841046"/>
                  <a:pt x="2278342" y="767737"/>
                </a:cubicBezTo>
                <a:cubicBezTo>
                  <a:pt x="2270023" y="763627"/>
                  <a:pt x="2255649" y="763856"/>
                  <a:pt x="2256265" y="753135"/>
                </a:cubicBezTo>
                <a:close/>
                <a:moveTo>
                  <a:pt x="2779894" y="725599"/>
                </a:moveTo>
                <a:cubicBezTo>
                  <a:pt x="2779623" y="727983"/>
                  <a:pt x="2780093" y="728929"/>
                  <a:pt x="2780915" y="729129"/>
                </a:cubicBezTo>
                <a:lnTo>
                  <a:pt x="2781020" y="729097"/>
                </a:lnTo>
                <a:lnTo>
                  <a:pt x="2782234" y="732867"/>
                </a:lnTo>
                <a:cubicBezTo>
                  <a:pt x="2785050" y="736072"/>
                  <a:pt x="2788939" y="739438"/>
                  <a:pt x="2791005" y="741100"/>
                </a:cubicBezTo>
                <a:cubicBezTo>
                  <a:pt x="2796735" y="733531"/>
                  <a:pt x="2779182" y="731535"/>
                  <a:pt x="2787434" y="729592"/>
                </a:cubicBezTo>
                <a:cubicBezTo>
                  <a:pt x="2788496" y="725616"/>
                  <a:pt x="2786340" y="727003"/>
                  <a:pt x="2784053" y="728191"/>
                </a:cubicBezTo>
                <a:lnTo>
                  <a:pt x="2781020" y="729097"/>
                </a:lnTo>
                <a:close/>
                <a:moveTo>
                  <a:pt x="1260367" y="717633"/>
                </a:moveTo>
                <a:cubicBezTo>
                  <a:pt x="1255706" y="725521"/>
                  <a:pt x="1263440" y="724931"/>
                  <a:pt x="1263938" y="729141"/>
                </a:cubicBezTo>
                <a:cubicBezTo>
                  <a:pt x="1258481" y="728323"/>
                  <a:pt x="1259302" y="735762"/>
                  <a:pt x="1252427" y="732663"/>
                </a:cubicBezTo>
                <a:cubicBezTo>
                  <a:pt x="1251929" y="728453"/>
                  <a:pt x="1249846" y="725279"/>
                  <a:pt x="1248856" y="721154"/>
                </a:cubicBezTo>
                <a:cubicBezTo>
                  <a:pt x="1253070" y="720674"/>
                  <a:pt x="1256242" y="718604"/>
                  <a:pt x="1260367" y="717633"/>
                </a:cubicBezTo>
                <a:close/>
                <a:moveTo>
                  <a:pt x="1365303" y="710472"/>
                </a:moveTo>
                <a:cubicBezTo>
                  <a:pt x="1454296" y="713164"/>
                  <a:pt x="1558571" y="723555"/>
                  <a:pt x="1652343" y="736028"/>
                </a:cubicBezTo>
                <a:cubicBezTo>
                  <a:pt x="1712683" y="743965"/>
                  <a:pt x="1769072" y="753853"/>
                  <a:pt x="1815343" y="770810"/>
                </a:cubicBezTo>
                <a:cubicBezTo>
                  <a:pt x="1660504" y="747747"/>
                  <a:pt x="1513145" y="726920"/>
                  <a:pt x="1360791" y="720609"/>
                </a:cubicBezTo>
                <a:cubicBezTo>
                  <a:pt x="1360581" y="716602"/>
                  <a:pt x="1357086" y="715441"/>
                  <a:pt x="1356675" y="711722"/>
                </a:cubicBezTo>
                <a:lnTo>
                  <a:pt x="1356965" y="711925"/>
                </a:lnTo>
                <a:cubicBezTo>
                  <a:pt x="1360371" y="712595"/>
                  <a:pt x="1362938" y="711389"/>
                  <a:pt x="1365303" y="710472"/>
                </a:cubicBezTo>
                <a:close/>
                <a:moveTo>
                  <a:pt x="1948683" y="700325"/>
                </a:moveTo>
                <a:cubicBezTo>
                  <a:pt x="1971578" y="703919"/>
                  <a:pt x="2019096" y="708023"/>
                  <a:pt x="2042908" y="723839"/>
                </a:cubicBezTo>
                <a:cubicBezTo>
                  <a:pt x="2012566" y="721039"/>
                  <a:pt x="1973940" y="717154"/>
                  <a:pt x="1948683" y="700325"/>
                </a:cubicBezTo>
                <a:close/>
                <a:moveTo>
                  <a:pt x="3681981" y="694555"/>
                </a:moveTo>
                <a:cubicBezTo>
                  <a:pt x="3702301" y="695058"/>
                  <a:pt x="3720664" y="714349"/>
                  <a:pt x="3727625" y="732091"/>
                </a:cubicBezTo>
                <a:cubicBezTo>
                  <a:pt x="3744642" y="741004"/>
                  <a:pt x="3782552" y="764977"/>
                  <a:pt x="3784581" y="784840"/>
                </a:cubicBezTo>
                <a:cubicBezTo>
                  <a:pt x="3771733" y="782277"/>
                  <a:pt x="3763106" y="769375"/>
                  <a:pt x="3756647" y="755844"/>
                </a:cubicBezTo>
                <a:cubicBezTo>
                  <a:pt x="3736370" y="748509"/>
                  <a:pt x="3723297" y="733350"/>
                  <a:pt x="3703207" y="717138"/>
                </a:cubicBezTo>
                <a:cubicBezTo>
                  <a:pt x="3699363" y="714018"/>
                  <a:pt x="3685919" y="702461"/>
                  <a:pt x="3682270" y="694757"/>
                </a:cubicBezTo>
                <a:close/>
                <a:moveTo>
                  <a:pt x="1850488" y="684327"/>
                </a:moveTo>
                <a:cubicBezTo>
                  <a:pt x="1875521" y="688558"/>
                  <a:pt x="1913448" y="688522"/>
                  <a:pt x="1932259" y="700407"/>
                </a:cubicBezTo>
                <a:cubicBezTo>
                  <a:pt x="1927816" y="701371"/>
                  <a:pt x="1921097" y="701894"/>
                  <a:pt x="1913364" y="701875"/>
                </a:cubicBezTo>
                <a:cubicBezTo>
                  <a:pt x="1890168" y="701817"/>
                  <a:pt x="1857849" y="696880"/>
                  <a:pt x="1850488" y="684327"/>
                </a:cubicBezTo>
                <a:close/>
                <a:moveTo>
                  <a:pt x="2747444" y="674140"/>
                </a:moveTo>
                <a:cubicBezTo>
                  <a:pt x="2751631" y="674927"/>
                  <a:pt x="2756308" y="675628"/>
                  <a:pt x="2760697" y="676128"/>
                </a:cubicBezTo>
                <a:cubicBezTo>
                  <a:pt x="2765660" y="691183"/>
                  <a:pt x="2774284" y="704085"/>
                  <a:pt x="2783864" y="718083"/>
                </a:cubicBezTo>
                <a:cubicBezTo>
                  <a:pt x="2802645" y="745390"/>
                  <a:pt x="2834356" y="771454"/>
                  <a:pt x="2843449" y="803985"/>
                </a:cubicBezTo>
                <a:cubicBezTo>
                  <a:pt x="2808920" y="767799"/>
                  <a:pt x="2786389" y="742157"/>
                  <a:pt x="2754986" y="710732"/>
                </a:cubicBezTo>
                <a:cubicBezTo>
                  <a:pt x="2764971" y="710004"/>
                  <a:pt x="2769726" y="721052"/>
                  <a:pt x="2774037" y="711204"/>
                </a:cubicBezTo>
                <a:cubicBezTo>
                  <a:pt x="2761233" y="701810"/>
                  <a:pt x="2754684" y="687788"/>
                  <a:pt x="2747444" y="674140"/>
                </a:cubicBezTo>
                <a:close/>
                <a:moveTo>
                  <a:pt x="3328752" y="670111"/>
                </a:moveTo>
                <a:lnTo>
                  <a:pt x="3367895" y="693704"/>
                </a:lnTo>
                <a:cubicBezTo>
                  <a:pt x="3380006" y="702934"/>
                  <a:pt x="3390689" y="713202"/>
                  <a:pt x="3400033" y="724463"/>
                </a:cubicBezTo>
                <a:cubicBezTo>
                  <a:pt x="3498960" y="794161"/>
                  <a:pt x="3624242" y="865586"/>
                  <a:pt x="3705426" y="956317"/>
                </a:cubicBezTo>
                <a:cubicBezTo>
                  <a:pt x="3645960" y="920683"/>
                  <a:pt x="3605533" y="862780"/>
                  <a:pt x="3532709" y="830232"/>
                </a:cubicBezTo>
                <a:cubicBezTo>
                  <a:pt x="3528062" y="814110"/>
                  <a:pt x="3502372" y="813278"/>
                  <a:pt x="3497233" y="797242"/>
                </a:cubicBezTo>
                <a:cubicBezTo>
                  <a:pt x="3456630" y="785110"/>
                  <a:pt x="3434329" y="743759"/>
                  <a:pt x="3388724" y="727697"/>
                </a:cubicBezTo>
                <a:cubicBezTo>
                  <a:pt x="3383231" y="714629"/>
                  <a:pt x="3371389" y="706014"/>
                  <a:pt x="3359175" y="697623"/>
                </a:cubicBezTo>
                <a:close/>
                <a:moveTo>
                  <a:pt x="3373420" y="669746"/>
                </a:moveTo>
                <a:cubicBezTo>
                  <a:pt x="3376377" y="670905"/>
                  <a:pt x="3378770" y="673331"/>
                  <a:pt x="3377955" y="677264"/>
                </a:cubicBezTo>
                <a:cubicBezTo>
                  <a:pt x="3371227" y="676414"/>
                  <a:pt x="3364790" y="675766"/>
                  <a:pt x="3365501" y="669830"/>
                </a:cubicBezTo>
                <a:cubicBezTo>
                  <a:pt x="3366943" y="668695"/>
                  <a:pt x="3370464" y="668587"/>
                  <a:pt x="3373420" y="669746"/>
                </a:cubicBezTo>
                <a:close/>
                <a:moveTo>
                  <a:pt x="2288125" y="669498"/>
                </a:moveTo>
                <a:cubicBezTo>
                  <a:pt x="2431676" y="755429"/>
                  <a:pt x="2566945" y="858724"/>
                  <a:pt x="2679694" y="959119"/>
                </a:cubicBezTo>
                <a:lnTo>
                  <a:pt x="2679003" y="959492"/>
                </a:lnTo>
                <a:cubicBezTo>
                  <a:pt x="2669831" y="963364"/>
                  <a:pt x="2709435" y="981230"/>
                  <a:pt x="2716763" y="995369"/>
                </a:cubicBezTo>
                <a:cubicBezTo>
                  <a:pt x="2687525" y="995914"/>
                  <a:pt x="2674440" y="958013"/>
                  <a:pt x="2652955" y="952405"/>
                </a:cubicBezTo>
                <a:cubicBezTo>
                  <a:pt x="2652570" y="947418"/>
                  <a:pt x="2657879" y="945987"/>
                  <a:pt x="2654297" y="944337"/>
                </a:cubicBezTo>
                <a:cubicBezTo>
                  <a:pt x="2623510" y="934790"/>
                  <a:pt x="2621520" y="903802"/>
                  <a:pt x="2585776" y="897645"/>
                </a:cubicBezTo>
                <a:cubicBezTo>
                  <a:pt x="2572915" y="872341"/>
                  <a:pt x="2548951" y="868428"/>
                  <a:pt x="2531648" y="845161"/>
                </a:cubicBezTo>
                <a:cubicBezTo>
                  <a:pt x="2517093" y="840116"/>
                  <a:pt x="2506802" y="832053"/>
                  <a:pt x="2500288" y="821058"/>
                </a:cubicBezTo>
                <a:cubicBezTo>
                  <a:pt x="2453355" y="789053"/>
                  <a:pt x="2404434" y="758658"/>
                  <a:pt x="2357589" y="727144"/>
                </a:cubicBezTo>
                <a:cubicBezTo>
                  <a:pt x="2333111" y="710433"/>
                  <a:pt x="2307619" y="690868"/>
                  <a:pt x="2288125" y="669498"/>
                </a:cubicBezTo>
                <a:close/>
                <a:moveTo>
                  <a:pt x="3327398" y="668886"/>
                </a:moveTo>
                <a:lnTo>
                  <a:pt x="3328752" y="670111"/>
                </a:lnTo>
                <a:lnTo>
                  <a:pt x="3327197" y="669173"/>
                </a:lnTo>
                <a:close/>
                <a:moveTo>
                  <a:pt x="2702942" y="661423"/>
                </a:moveTo>
                <a:cubicBezTo>
                  <a:pt x="2730629" y="664939"/>
                  <a:pt x="2736500" y="687923"/>
                  <a:pt x="2752612" y="707355"/>
                </a:cubicBezTo>
                <a:cubicBezTo>
                  <a:pt x="2736813" y="701009"/>
                  <a:pt x="2721148" y="674172"/>
                  <a:pt x="2702942" y="661423"/>
                </a:cubicBezTo>
                <a:close/>
                <a:moveTo>
                  <a:pt x="2760894" y="657393"/>
                </a:moveTo>
                <a:cubicBezTo>
                  <a:pt x="2771896" y="659518"/>
                  <a:pt x="2774653" y="667885"/>
                  <a:pt x="2779801" y="674063"/>
                </a:cubicBezTo>
                <a:cubicBezTo>
                  <a:pt x="2772173" y="669579"/>
                  <a:pt x="2761576" y="666876"/>
                  <a:pt x="2760894" y="657393"/>
                </a:cubicBezTo>
                <a:close/>
                <a:moveTo>
                  <a:pt x="2260791" y="653789"/>
                </a:moveTo>
                <a:cubicBezTo>
                  <a:pt x="2265423" y="661322"/>
                  <a:pt x="2287812" y="656410"/>
                  <a:pt x="2285698" y="668655"/>
                </a:cubicBezTo>
                <a:cubicBezTo>
                  <a:pt x="2282527" y="670724"/>
                  <a:pt x="2252749" y="659739"/>
                  <a:pt x="2260791" y="653789"/>
                </a:cubicBezTo>
                <a:close/>
                <a:moveTo>
                  <a:pt x="3341018" y="652662"/>
                </a:moveTo>
                <a:lnTo>
                  <a:pt x="3353367" y="657634"/>
                </a:lnTo>
                <a:cubicBezTo>
                  <a:pt x="3358330" y="658696"/>
                  <a:pt x="3362425" y="660383"/>
                  <a:pt x="3360587" y="666390"/>
                </a:cubicBezTo>
                <a:cubicBezTo>
                  <a:pt x="3354351" y="665454"/>
                  <a:pt x="3348317" y="664231"/>
                  <a:pt x="3342080" y="663296"/>
                </a:cubicBezTo>
                <a:cubicBezTo>
                  <a:pt x="3342553" y="661697"/>
                  <a:pt x="3340730" y="658919"/>
                  <a:pt x="3339581" y="656560"/>
                </a:cubicBezTo>
                <a:close/>
                <a:moveTo>
                  <a:pt x="3341136" y="652341"/>
                </a:moveTo>
                <a:lnTo>
                  <a:pt x="3341018" y="652662"/>
                </a:lnTo>
                <a:lnTo>
                  <a:pt x="3340935" y="652629"/>
                </a:lnTo>
                <a:close/>
                <a:moveTo>
                  <a:pt x="2729932" y="646866"/>
                </a:moveTo>
                <a:cubicBezTo>
                  <a:pt x="2740496" y="646541"/>
                  <a:pt x="2739356" y="654321"/>
                  <a:pt x="2741588" y="659744"/>
                </a:cubicBezTo>
                <a:cubicBezTo>
                  <a:pt x="2733705" y="658086"/>
                  <a:pt x="2732366" y="652002"/>
                  <a:pt x="2729932" y="646866"/>
                </a:cubicBezTo>
                <a:close/>
                <a:moveTo>
                  <a:pt x="1316539" y="639869"/>
                </a:moveTo>
                <a:cubicBezTo>
                  <a:pt x="1337562" y="644294"/>
                  <a:pt x="1349193" y="644288"/>
                  <a:pt x="1360754" y="652383"/>
                </a:cubicBezTo>
                <a:cubicBezTo>
                  <a:pt x="1352966" y="655509"/>
                  <a:pt x="1343040" y="656923"/>
                  <a:pt x="1334496" y="655284"/>
                </a:cubicBezTo>
                <a:cubicBezTo>
                  <a:pt x="1325953" y="653644"/>
                  <a:pt x="1318793" y="648953"/>
                  <a:pt x="1316539" y="639869"/>
                </a:cubicBezTo>
                <a:close/>
                <a:moveTo>
                  <a:pt x="3286922" y="631967"/>
                </a:moveTo>
                <a:cubicBezTo>
                  <a:pt x="3294637" y="636940"/>
                  <a:pt x="3303916" y="627996"/>
                  <a:pt x="3305430" y="635061"/>
                </a:cubicBezTo>
                <a:cubicBezTo>
                  <a:pt x="3302084" y="636148"/>
                  <a:pt x="3298939" y="636949"/>
                  <a:pt x="3296546" y="639135"/>
                </a:cubicBezTo>
                <a:cubicBezTo>
                  <a:pt x="3311917" y="647324"/>
                  <a:pt x="3312484" y="657587"/>
                  <a:pt x="3325569" y="662887"/>
                </a:cubicBezTo>
                <a:cubicBezTo>
                  <a:pt x="3321625" y="664522"/>
                  <a:pt x="3318740" y="664298"/>
                  <a:pt x="3316348" y="663052"/>
                </a:cubicBezTo>
                <a:cubicBezTo>
                  <a:pt x="3309173" y="659315"/>
                  <a:pt x="3306438" y="646383"/>
                  <a:pt x="3292865" y="646852"/>
                </a:cubicBezTo>
                <a:lnTo>
                  <a:pt x="3292778" y="646362"/>
                </a:lnTo>
                <a:cubicBezTo>
                  <a:pt x="3294051" y="632240"/>
                  <a:pt x="3291992" y="641949"/>
                  <a:pt x="3286922" y="631967"/>
                </a:cubicBezTo>
                <a:close/>
                <a:moveTo>
                  <a:pt x="2678179" y="630357"/>
                </a:moveTo>
                <a:cubicBezTo>
                  <a:pt x="2686078" y="640606"/>
                  <a:pt x="2705995" y="641685"/>
                  <a:pt x="2706657" y="656732"/>
                </a:cubicBezTo>
                <a:cubicBezTo>
                  <a:pt x="2697330" y="654061"/>
                  <a:pt x="2692827" y="654340"/>
                  <a:pt x="2691033" y="651367"/>
                </a:cubicBezTo>
                <a:cubicBezTo>
                  <a:pt x="2698094" y="645588"/>
                  <a:pt x="2671939" y="643574"/>
                  <a:pt x="2678179" y="630357"/>
                </a:cubicBezTo>
                <a:close/>
                <a:moveTo>
                  <a:pt x="2800791" y="628709"/>
                </a:moveTo>
                <a:cubicBezTo>
                  <a:pt x="2817764" y="630302"/>
                  <a:pt x="2822518" y="641351"/>
                  <a:pt x="2823812" y="654267"/>
                </a:cubicBezTo>
                <a:cubicBezTo>
                  <a:pt x="2813294" y="647760"/>
                  <a:pt x="2805947" y="639184"/>
                  <a:pt x="2800791" y="628709"/>
                </a:cubicBezTo>
                <a:close/>
                <a:moveTo>
                  <a:pt x="1237341" y="624690"/>
                </a:moveTo>
                <a:lnTo>
                  <a:pt x="1243854" y="627363"/>
                </a:lnTo>
                <a:cubicBezTo>
                  <a:pt x="1253052" y="629623"/>
                  <a:pt x="1266748" y="631169"/>
                  <a:pt x="1256847" y="638391"/>
                </a:cubicBezTo>
                <a:cubicBezTo>
                  <a:pt x="1253634" y="633139"/>
                  <a:pt x="1245100" y="639173"/>
                  <a:pt x="1241766" y="630405"/>
                </a:cubicBezTo>
                <a:cubicBezTo>
                  <a:pt x="1241020" y="633314"/>
                  <a:pt x="1240073" y="636511"/>
                  <a:pt x="1235711" y="634744"/>
                </a:cubicBezTo>
                <a:close/>
                <a:moveTo>
                  <a:pt x="1237397" y="624342"/>
                </a:moveTo>
                <a:lnTo>
                  <a:pt x="1237341" y="624690"/>
                </a:lnTo>
                <a:lnTo>
                  <a:pt x="1237195" y="624631"/>
                </a:lnTo>
                <a:close/>
                <a:moveTo>
                  <a:pt x="1213721" y="620633"/>
                </a:moveTo>
                <a:cubicBezTo>
                  <a:pt x="1222236" y="620160"/>
                  <a:pt x="1221121" y="626672"/>
                  <a:pt x="1226972" y="622621"/>
                </a:cubicBezTo>
                <a:cubicBezTo>
                  <a:pt x="1226183" y="632360"/>
                  <a:pt x="1215988" y="629083"/>
                  <a:pt x="1209409" y="630482"/>
                </a:cubicBezTo>
                <a:lnTo>
                  <a:pt x="1209208" y="630769"/>
                </a:lnTo>
                <a:cubicBezTo>
                  <a:pt x="1209892" y="626101"/>
                  <a:pt x="1211329" y="622818"/>
                  <a:pt x="1213721" y="620633"/>
                </a:cubicBezTo>
                <a:close/>
                <a:moveTo>
                  <a:pt x="1631287" y="594247"/>
                </a:moveTo>
                <a:lnTo>
                  <a:pt x="1633905" y="594439"/>
                </a:lnTo>
                <a:lnTo>
                  <a:pt x="1634166" y="595909"/>
                </a:lnTo>
                <a:close/>
                <a:moveTo>
                  <a:pt x="2638046" y="591102"/>
                </a:moveTo>
                <a:cubicBezTo>
                  <a:pt x="2646830" y="596396"/>
                  <a:pt x="2665387" y="611105"/>
                  <a:pt x="2673521" y="624092"/>
                </a:cubicBezTo>
                <a:cubicBezTo>
                  <a:pt x="2651870" y="621800"/>
                  <a:pt x="2639016" y="600790"/>
                  <a:pt x="2638046" y="591102"/>
                </a:cubicBezTo>
                <a:close/>
                <a:moveTo>
                  <a:pt x="1583725" y="590755"/>
                </a:moveTo>
                <a:lnTo>
                  <a:pt x="1597148" y="591740"/>
                </a:lnTo>
                <a:lnTo>
                  <a:pt x="1593779" y="592078"/>
                </a:lnTo>
                <a:close/>
                <a:moveTo>
                  <a:pt x="1614679" y="589985"/>
                </a:moveTo>
                <a:cubicBezTo>
                  <a:pt x="1618077" y="589630"/>
                  <a:pt x="1621418" y="589609"/>
                  <a:pt x="1624673" y="590427"/>
                </a:cubicBezTo>
                <a:lnTo>
                  <a:pt x="1631287" y="594247"/>
                </a:lnTo>
                <a:lnTo>
                  <a:pt x="1597148" y="591740"/>
                </a:lnTo>
                <a:close/>
                <a:moveTo>
                  <a:pt x="2263470" y="586608"/>
                </a:moveTo>
                <a:cubicBezTo>
                  <a:pt x="2308110" y="611431"/>
                  <a:pt x="2351654" y="637203"/>
                  <a:pt x="2379920" y="673723"/>
                </a:cubicBezTo>
                <a:cubicBezTo>
                  <a:pt x="2452338" y="720998"/>
                  <a:pt x="2516425" y="774022"/>
                  <a:pt x="2578234" y="828454"/>
                </a:cubicBezTo>
                <a:cubicBezTo>
                  <a:pt x="2466553" y="760977"/>
                  <a:pt x="2385430" y="672004"/>
                  <a:pt x="2274038" y="604731"/>
                </a:cubicBezTo>
                <a:cubicBezTo>
                  <a:pt x="2276301" y="594733"/>
                  <a:pt x="2261498" y="596806"/>
                  <a:pt x="2263470" y="586608"/>
                </a:cubicBezTo>
                <a:close/>
                <a:moveTo>
                  <a:pt x="2246306" y="575447"/>
                </a:moveTo>
                <a:cubicBezTo>
                  <a:pt x="2257849" y="574952"/>
                  <a:pt x="2258583" y="581900"/>
                  <a:pt x="2260300" y="588676"/>
                </a:cubicBezTo>
                <a:cubicBezTo>
                  <a:pt x="2252819" y="586442"/>
                  <a:pt x="2247530" y="582309"/>
                  <a:pt x="2246306" y="575447"/>
                </a:cubicBezTo>
                <a:close/>
                <a:moveTo>
                  <a:pt x="2351694" y="546726"/>
                </a:moveTo>
                <a:cubicBezTo>
                  <a:pt x="2357150" y="547545"/>
                  <a:pt x="2362117" y="548449"/>
                  <a:pt x="2367574" y="549267"/>
                </a:cubicBezTo>
                <a:cubicBezTo>
                  <a:pt x="2418028" y="581164"/>
                  <a:pt x="2460553" y="618232"/>
                  <a:pt x="2512102" y="649180"/>
                </a:cubicBezTo>
                <a:cubicBezTo>
                  <a:pt x="2547234" y="684503"/>
                  <a:pt x="2582657" y="720030"/>
                  <a:pt x="2629494" y="747249"/>
                </a:cubicBezTo>
                <a:cubicBezTo>
                  <a:pt x="2672191" y="799451"/>
                  <a:pt x="2734346" y="837395"/>
                  <a:pt x="2778340" y="888360"/>
                </a:cubicBezTo>
                <a:cubicBezTo>
                  <a:pt x="2777313" y="895362"/>
                  <a:pt x="2773066" y="892817"/>
                  <a:pt x="2776655" y="898762"/>
                </a:cubicBezTo>
                <a:cubicBezTo>
                  <a:pt x="2790721" y="903893"/>
                  <a:pt x="2794556" y="916870"/>
                  <a:pt x="2801963" y="927205"/>
                </a:cubicBezTo>
                <a:cubicBezTo>
                  <a:pt x="2799141" y="931235"/>
                  <a:pt x="2788825" y="924440"/>
                  <a:pt x="2789909" y="933349"/>
                </a:cubicBezTo>
                <a:cubicBezTo>
                  <a:pt x="2801697" y="939886"/>
                  <a:pt x="2798913" y="932791"/>
                  <a:pt x="2811587" y="934373"/>
                </a:cubicBezTo>
                <a:cubicBezTo>
                  <a:pt x="2812269" y="943858"/>
                  <a:pt x="2809534" y="948377"/>
                  <a:pt x="2819273" y="954767"/>
                </a:cubicBezTo>
                <a:cubicBezTo>
                  <a:pt x="2815462" y="954672"/>
                  <a:pt x="2809743" y="952384"/>
                  <a:pt x="2808306" y="955666"/>
                </a:cubicBezTo>
                <a:cubicBezTo>
                  <a:pt x="2815120" y="957007"/>
                  <a:pt x="2822425" y="958261"/>
                  <a:pt x="2829441" y="959313"/>
                </a:cubicBezTo>
                <a:cubicBezTo>
                  <a:pt x="2863289" y="1018616"/>
                  <a:pt x="2939627" y="1046761"/>
                  <a:pt x="2983796" y="1098706"/>
                </a:cubicBezTo>
                <a:cubicBezTo>
                  <a:pt x="2941545" y="1085849"/>
                  <a:pt x="2915629" y="1039823"/>
                  <a:pt x="2872458" y="1028896"/>
                </a:cubicBezTo>
                <a:cubicBezTo>
                  <a:pt x="2872359" y="1038263"/>
                  <a:pt x="2888965" y="1043457"/>
                  <a:pt x="2879599" y="1051911"/>
                </a:cubicBezTo>
                <a:cubicBezTo>
                  <a:pt x="2858084" y="1029125"/>
                  <a:pt x="2864096" y="1017464"/>
                  <a:pt x="2847949" y="995006"/>
                </a:cubicBezTo>
                <a:cubicBezTo>
                  <a:pt x="2803215" y="965398"/>
                  <a:pt x="2776931" y="922975"/>
                  <a:pt x="2733982" y="892044"/>
                </a:cubicBezTo>
                <a:cubicBezTo>
                  <a:pt x="2739067" y="878017"/>
                  <a:pt x="2726074" y="891652"/>
                  <a:pt x="2730955" y="877914"/>
                </a:cubicBezTo>
                <a:cubicBezTo>
                  <a:pt x="2714832" y="868340"/>
                  <a:pt x="2690731" y="852323"/>
                  <a:pt x="2693993" y="836592"/>
                </a:cubicBezTo>
                <a:cubicBezTo>
                  <a:pt x="2723611" y="855186"/>
                  <a:pt x="2737032" y="886458"/>
                  <a:pt x="2774770" y="909452"/>
                </a:cubicBezTo>
                <a:lnTo>
                  <a:pt x="2774971" y="909163"/>
                </a:lnTo>
                <a:cubicBezTo>
                  <a:pt x="2780055" y="895137"/>
                  <a:pt x="2762852" y="895102"/>
                  <a:pt x="2756661" y="887335"/>
                </a:cubicBezTo>
                <a:cubicBezTo>
                  <a:pt x="2753133" y="883149"/>
                  <a:pt x="2754098" y="874388"/>
                  <a:pt x="2751059" y="870116"/>
                </a:cubicBezTo>
                <a:cubicBezTo>
                  <a:pt x="2735841" y="850024"/>
                  <a:pt x="2706351" y="839240"/>
                  <a:pt x="2690677" y="822260"/>
                </a:cubicBezTo>
                <a:cubicBezTo>
                  <a:pt x="2687901" y="819458"/>
                  <a:pt x="2687132" y="809483"/>
                  <a:pt x="2684820" y="807864"/>
                </a:cubicBezTo>
                <a:cubicBezTo>
                  <a:pt x="2673488" y="798213"/>
                  <a:pt x="2645656" y="778297"/>
                  <a:pt x="2634263" y="766888"/>
                </a:cubicBezTo>
                <a:cubicBezTo>
                  <a:pt x="2622205" y="754585"/>
                  <a:pt x="2602709" y="747367"/>
                  <a:pt x="2590450" y="735351"/>
                </a:cubicBezTo>
                <a:cubicBezTo>
                  <a:pt x="2536549" y="681311"/>
                  <a:pt x="2471060" y="634597"/>
                  <a:pt x="2410590" y="586251"/>
                </a:cubicBezTo>
                <a:cubicBezTo>
                  <a:pt x="2385751" y="577436"/>
                  <a:pt x="2361011" y="559255"/>
                  <a:pt x="2351694" y="546726"/>
                </a:cubicBezTo>
                <a:close/>
                <a:moveTo>
                  <a:pt x="2818005" y="539536"/>
                </a:moveTo>
                <a:lnTo>
                  <a:pt x="2816621" y="540282"/>
                </a:lnTo>
                <a:lnTo>
                  <a:pt x="2816315" y="540132"/>
                </a:lnTo>
                <a:close/>
                <a:moveTo>
                  <a:pt x="3087048" y="523752"/>
                </a:moveTo>
                <a:lnTo>
                  <a:pt x="3087337" y="523955"/>
                </a:lnTo>
                <a:cubicBezTo>
                  <a:pt x="3101680" y="539145"/>
                  <a:pt x="3133982" y="541604"/>
                  <a:pt x="3147030" y="558032"/>
                </a:cubicBezTo>
                <a:cubicBezTo>
                  <a:pt x="3179410" y="570840"/>
                  <a:pt x="3229342" y="585643"/>
                  <a:pt x="3250139" y="610070"/>
                </a:cubicBezTo>
                <a:cubicBezTo>
                  <a:pt x="3194157" y="585454"/>
                  <a:pt x="3140653" y="559143"/>
                  <a:pt x="3085363" y="534154"/>
                </a:cubicBezTo>
                <a:cubicBezTo>
                  <a:pt x="3096128" y="533542"/>
                  <a:pt x="3078068" y="523041"/>
                  <a:pt x="3087048" y="523752"/>
                </a:cubicBezTo>
                <a:close/>
                <a:moveTo>
                  <a:pt x="3106089" y="490869"/>
                </a:moveTo>
                <a:cubicBezTo>
                  <a:pt x="3114686" y="492278"/>
                  <a:pt x="3122542" y="495206"/>
                  <a:pt x="3123518" y="499963"/>
                </a:cubicBezTo>
                <a:lnTo>
                  <a:pt x="3123806" y="500165"/>
                </a:lnTo>
                <a:cubicBezTo>
                  <a:pt x="3112281" y="495097"/>
                  <a:pt x="3120628" y="497940"/>
                  <a:pt x="3114925" y="504240"/>
                </a:cubicBezTo>
                <a:cubicBezTo>
                  <a:pt x="3103494" y="503957"/>
                  <a:pt x="3099074" y="486278"/>
                  <a:pt x="3086592" y="494266"/>
                </a:cubicBezTo>
                <a:cubicBezTo>
                  <a:pt x="3089218" y="494818"/>
                  <a:pt x="3087981" y="497815"/>
                  <a:pt x="3083419" y="496334"/>
                </a:cubicBezTo>
                <a:cubicBezTo>
                  <a:pt x="3083561" y="494289"/>
                  <a:pt x="3083787" y="492732"/>
                  <a:pt x="3084218" y="490889"/>
                </a:cubicBezTo>
                <a:cubicBezTo>
                  <a:pt x="3088155" y="489571"/>
                  <a:pt x="3097492" y="489461"/>
                  <a:pt x="3106089" y="490869"/>
                </a:cubicBezTo>
                <a:close/>
                <a:moveTo>
                  <a:pt x="2460416" y="461577"/>
                </a:moveTo>
                <a:cubicBezTo>
                  <a:pt x="2503377" y="468497"/>
                  <a:pt x="2538187" y="500593"/>
                  <a:pt x="2564213" y="527395"/>
                </a:cubicBezTo>
                <a:cubicBezTo>
                  <a:pt x="2586789" y="546205"/>
                  <a:pt x="2616803" y="559930"/>
                  <a:pt x="2628166" y="586759"/>
                </a:cubicBezTo>
                <a:cubicBezTo>
                  <a:pt x="2594361" y="567377"/>
                  <a:pt x="2579959" y="536276"/>
                  <a:pt x="2548333" y="524854"/>
                </a:cubicBezTo>
                <a:cubicBezTo>
                  <a:pt x="2538887" y="504514"/>
                  <a:pt x="2490551" y="478819"/>
                  <a:pt x="2460416" y="461577"/>
                </a:cubicBezTo>
                <a:close/>
                <a:moveTo>
                  <a:pt x="2787950" y="439141"/>
                </a:moveTo>
                <a:cubicBezTo>
                  <a:pt x="2790579" y="439694"/>
                  <a:pt x="2793408" y="439960"/>
                  <a:pt x="2796034" y="440512"/>
                </a:cubicBezTo>
                <a:cubicBezTo>
                  <a:pt x="2854992" y="449195"/>
                  <a:pt x="2927373" y="460846"/>
                  <a:pt x="2982455" y="481828"/>
                </a:cubicBezTo>
                <a:cubicBezTo>
                  <a:pt x="3004464" y="490377"/>
                  <a:pt x="3041549" y="502617"/>
                  <a:pt x="3047151" y="519836"/>
                </a:cubicBezTo>
                <a:cubicBezTo>
                  <a:pt x="2970428" y="486702"/>
                  <a:pt x="2891611" y="460253"/>
                  <a:pt x="2789437" y="447473"/>
                </a:cubicBezTo>
                <a:cubicBezTo>
                  <a:pt x="2789605" y="444160"/>
                  <a:pt x="2786400" y="443201"/>
                  <a:pt x="2787950" y="439141"/>
                </a:cubicBezTo>
                <a:close/>
                <a:moveTo>
                  <a:pt x="2748361" y="429865"/>
                </a:moveTo>
                <a:cubicBezTo>
                  <a:pt x="2761324" y="431650"/>
                  <a:pt x="2773307" y="433606"/>
                  <a:pt x="2779323" y="440392"/>
                </a:cubicBezTo>
                <a:cubicBezTo>
                  <a:pt x="2769862" y="444062"/>
                  <a:pt x="2749332" y="439552"/>
                  <a:pt x="2748361" y="429865"/>
                </a:cubicBezTo>
                <a:close/>
                <a:moveTo>
                  <a:pt x="2412145" y="423489"/>
                </a:moveTo>
                <a:cubicBezTo>
                  <a:pt x="2427103" y="427959"/>
                  <a:pt x="2438602" y="434296"/>
                  <a:pt x="2447220" y="442902"/>
                </a:cubicBezTo>
                <a:cubicBezTo>
                  <a:pt x="2437267" y="446657"/>
                  <a:pt x="2420619" y="434143"/>
                  <a:pt x="2412145" y="423489"/>
                </a:cubicBezTo>
                <a:close/>
                <a:moveTo>
                  <a:pt x="2542440" y="409636"/>
                </a:moveTo>
                <a:cubicBezTo>
                  <a:pt x="2636597" y="459696"/>
                  <a:pt x="2722557" y="541761"/>
                  <a:pt x="2802133" y="620642"/>
                </a:cubicBezTo>
                <a:cubicBezTo>
                  <a:pt x="2798830" y="621976"/>
                  <a:pt x="2795805" y="622029"/>
                  <a:pt x="2793047" y="621230"/>
                </a:cubicBezTo>
                <a:cubicBezTo>
                  <a:pt x="2784772" y="618834"/>
                  <a:pt x="2778899" y="608769"/>
                  <a:pt x="2775141" y="602601"/>
                </a:cubicBezTo>
                <a:cubicBezTo>
                  <a:pt x="2716739" y="548839"/>
                  <a:pt x="2651026" y="489529"/>
                  <a:pt x="2586253" y="441173"/>
                </a:cubicBezTo>
                <a:cubicBezTo>
                  <a:pt x="2575097" y="432503"/>
                  <a:pt x="2547349" y="427228"/>
                  <a:pt x="2542440" y="409636"/>
                </a:cubicBezTo>
                <a:close/>
                <a:moveTo>
                  <a:pt x="2325459" y="371370"/>
                </a:moveTo>
                <a:cubicBezTo>
                  <a:pt x="2331835" y="370260"/>
                  <a:pt x="2343179" y="370052"/>
                  <a:pt x="2342878" y="379707"/>
                </a:cubicBezTo>
                <a:cubicBezTo>
                  <a:pt x="2334793" y="378336"/>
                  <a:pt x="2328585" y="376133"/>
                  <a:pt x="2325459" y="371370"/>
                </a:cubicBezTo>
                <a:close/>
                <a:moveTo>
                  <a:pt x="2237763" y="367441"/>
                </a:moveTo>
                <a:cubicBezTo>
                  <a:pt x="2258215" y="361604"/>
                  <a:pt x="2263697" y="375306"/>
                  <a:pt x="2283805" y="385955"/>
                </a:cubicBezTo>
                <a:cubicBezTo>
                  <a:pt x="2296083" y="392408"/>
                  <a:pt x="2312392" y="393105"/>
                  <a:pt x="2320223" y="397300"/>
                </a:cubicBezTo>
                <a:cubicBezTo>
                  <a:pt x="2326405" y="400771"/>
                  <a:pt x="2331791" y="409689"/>
                  <a:pt x="2339419" y="414172"/>
                </a:cubicBezTo>
                <a:cubicBezTo>
                  <a:pt x="2402930" y="452640"/>
                  <a:pt x="2478968" y="490440"/>
                  <a:pt x="2523103" y="539358"/>
                </a:cubicBezTo>
                <a:cubicBezTo>
                  <a:pt x="2555201" y="556258"/>
                  <a:pt x="2586946" y="585348"/>
                  <a:pt x="2602138" y="606709"/>
                </a:cubicBezTo>
                <a:cubicBezTo>
                  <a:pt x="2610652" y="606237"/>
                  <a:pt x="2609249" y="612547"/>
                  <a:pt x="2617763" y="612074"/>
                </a:cubicBezTo>
                <a:cubicBezTo>
                  <a:pt x="2686961" y="682402"/>
                  <a:pt x="2757052" y="752069"/>
                  <a:pt x="2810569" y="833722"/>
                </a:cubicBezTo>
                <a:cubicBezTo>
                  <a:pt x="2829031" y="843647"/>
                  <a:pt x="2839247" y="859809"/>
                  <a:pt x="2846988" y="877666"/>
                </a:cubicBezTo>
                <a:cubicBezTo>
                  <a:pt x="2822676" y="857641"/>
                  <a:pt x="2802430" y="834886"/>
                  <a:pt x="2787547" y="808165"/>
                </a:cubicBezTo>
                <a:cubicBezTo>
                  <a:pt x="2784139" y="807494"/>
                  <a:pt x="2780530" y="807113"/>
                  <a:pt x="2777124" y="806442"/>
                </a:cubicBezTo>
                <a:cubicBezTo>
                  <a:pt x="2738135" y="745256"/>
                  <a:pt x="2679383" y="689535"/>
                  <a:pt x="2623363" y="629294"/>
                </a:cubicBezTo>
                <a:cubicBezTo>
                  <a:pt x="2583508" y="600099"/>
                  <a:pt x="2549304" y="567142"/>
                  <a:pt x="2513512" y="535217"/>
                </a:cubicBezTo>
                <a:cubicBezTo>
                  <a:pt x="2507593" y="533216"/>
                  <a:pt x="2504350" y="529231"/>
                  <a:pt x="2495549" y="529501"/>
                </a:cubicBezTo>
                <a:cubicBezTo>
                  <a:pt x="2424939" y="461188"/>
                  <a:pt x="2332331" y="421220"/>
                  <a:pt x="2238832" y="367761"/>
                </a:cubicBezTo>
                <a:close/>
                <a:moveTo>
                  <a:pt x="2635928" y="361002"/>
                </a:moveTo>
                <a:cubicBezTo>
                  <a:pt x="2644526" y="375171"/>
                  <a:pt x="2668316" y="378104"/>
                  <a:pt x="2667978" y="398884"/>
                </a:cubicBezTo>
                <a:cubicBezTo>
                  <a:pt x="2719660" y="423492"/>
                  <a:pt x="2741702" y="481818"/>
                  <a:pt x="2775092" y="511633"/>
                </a:cubicBezTo>
                <a:cubicBezTo>
                  <a:pt x="2777999" y="515170"/>
                  <a:pt x="2783098" y="521421"/>
                  <a:pt x="2790112" y="527243"/>
                </a:cubicBezTo>
                <a:lnTo>
                  <a:pt x="2816315" y="540132"/>
                </a:lnTo>
                <a:lnTo>
                  <a:pt x="2812503" y="541474"/>
                </a:lnTo>
                <a:cubicBezTo>
                  <a:pt x="2809861" y="541019"/>
                  <a:pt x="2807516" y="540985"/>
                  <a:pt x="2808781" y="545946"/>
                </a:cubicBezTo>
                <a:cubicBezTo>
                  <a:pt x="2890670" y="547095"/>
                  <a:pt x="2968160" y="590202"/>
                  <a:pt x="3043072" y="611773"/>
                </a:cubicBezTo>
                <a:cubicBezTo>
                  <a:pt x="3045620" y="616131"/>
                  <a:pt x="3048658" y="620403"/>
                  <a:pt x="3052100" y="624099"/>
                </a:cubicBezTo>
                <a:cubicBezTo>
                  <a:pt x="3125742" y="645639"/>
                  <a:pt x="3161366" y="680877"/>
                  <a:pt x="3222786" y="711875"/>
                </a:cubicBezTo>
                <a:cubicBezTo>
                  <a:pt x="3308623" y="757824"/>
                  <a:pt x="3404089" y="796788"/>
                  <a:pt x="3474647" y="853485"/>
                </a:cubicBezTo>
                <a:cubicBezTo>
                  <a:pt x="3529904" y="875450"/>
                  <a:pt x="3568988" y="908822"/>
                  <a:pt x="3619285" y="934173"/>
                </a:cubicBezTo>
                <a:cubicBezTo>
                  <a:pt x="3590835" y="939131"/>
                  <a:pt x="3565466" y="908929"/>
                  <a:pt x="3538710" y="893626"/>
                </a:cubicBezTo>
                <a:cubicBezTo>
                  <a:pt x="3520652" y="883125"/>
                  <a:pt x="3499806" y="879682"/>
                  <a:pt x="3489098" y="863604"/>
                </a:cubicBezTo>
                <a:cubicBezTo>
                  <a:pt x="3478245" y="863726"/>
                  <a:pt x="3474541" y="858560"/>
                  <a:pt x="3465677" y="857071"/>
                </a:cubicBezTo>
                <a:cubicBezTo>
                  <a:pt x="3460334" y="855474"/>
                  <a:pt x="3461738" y="849165"/>
                  <a:pt x="3459478" y="845009"/>
                </a:cubicBezTo>
                <a:cubicBezTo>
                  <a:pt x="3375681" y="809067"/>
                  <a:pt x="3322146" y="765576"/>
                  <a:pt x="3235552" y="732394"/>
                </a:cubicBezTo>
                <a:cubicBezTo>
                  <a:pt x="3232346" y="731436"/>
                  <a:pt x="3234097" y="727088"/>
                  <a:pt x="3234065" y="724061"/>
                </a:cubicBezTo>
                <a:cubicBezTo>
                  <a:pt x="3110251" y="666532"/>
                  <a:pt x="2985032" y="582714"/>
                  <a:pt x="2820060" y="558132"/>
                </a:cubicBezTo>
                <a:cubicBezTo>
                  <a:pt x="2836728" y="597683"/>
                  <a:pt x="2870171" y="624960"/>
                  <a:pt x="2874935" y="672904"/>
                </a:cubicBezTo>
                <a:cubicBezTo>
                  <a:pt x="2894588" y="686665"/>
                  <a:pt x="2894697" y="700040"/>
                  <a:pt x="2902471" y="720923"/>
                </a:cubicBezTo>
                <a:cubicBezTo>
                  <a:pt x="2924879" y="743048"/>
                  <a:pt x="2944809" y="766869"/>
                  <a:pt x="2958484" y="795317"/>
                </a:cubicBezTo>
                <a:cubicBezTo>
                  <a:pt x="2976991" y="798411"/>
                  <a:pt x="2979125" y="813200"/>
                  <a:pt x="2992473" y="819974"/>
                </a:cubicBezTo>
                <a:cubicBezTo>
                  <a:pt x="3003710" y="824840"/>
                  <a:pt x="3006209" y="817581"/>
                  <a:pt x="3014407" y="818175"/>
                </a:cubicBezTo>
                <a:cubicBezTo>
                  <a:pt x="3021369" y="821763"/>
                  <a:pt x="3005611" y="822739"/>
                  <a:pt x="3012723" y="828577"/>
                </a:cubicBezTo>
                <a:cubicBezTo>
                  <a:pt x="3119828" y="871831"/>
                  <a:pt x="3271499" y="882811"/>
                  <a:pt x="3331760" y="959749"/>
                </a:cubicBezTo>
                <a:cubicBezTo>
                  <a:pt x="3340274" y="959278"/>
                  <a:pt x="3338870" y="965587"/>
                  <a:pt x="3347097" y="964912"/>
                </a:cubicBezTo>
                <a:cubicBezTo>
                  <a:pt x="3384135" y="1016583"/>
                  <a:pt x="3455517" y="1033967"/>
                  <a:pt x="3496394" y="1084464"/>
                </a:cubicBezTo>
                <a:cubicBezTo>
                  <a:pt x="3511927" y="1103490"/>
                  <a:pt x="3526074" y="1137416"/>
                  <a:pt x="3556922" y="1148721"/>
                </a:cubicBezTo>
                <a:cubicBezTo>
                  <a:pt x="3584692" y="1134281"/>
                  <a:pt x="3619109" y="1124495"/>
                  <a:pt x="3669706" y="1140192"/>
                </a:cubicBezTo>
                <a:cubicBezTo>
                  <a:pt x="3719726" y="1155486"/>
                  <a:pt x="3765000" y="1164026"/>
                  <a:pt x="3780355" y="1196223"/>
                </a:cubicBezTo>
                <a:cubicBezTo>
                  <a:pt x="3802532" y="1201457"/>
                  <a:pt x="3805856" y="1220085"/>
                  <a:pt x="3824170" y="1227761"/>
                </a:cubicBezTo>
                <a:cubicBezTo>
                  <a:pt x="3832790" y="1254815"/>
                  <a:pt x="3872666" y="1278446"/>
                  <a:pt x="3875075" y="1317449"/>
                </a:cubicBezTo>
                <a:cubicBezTo>
                  <a:pt x="3890270" y="1324658"/>
                  <a:pt x="3886122" y="1345344"/>
                  <a:pt x="3905092" y="1349620"/>
                </a:cubicBezTo>
                <a:cubicBezTo>
                  <a:pt x="3930501" y="1433895"/>
                  <a:pt x="4029735" y="1498232"/>
                  <a:pt x="4086387" y="1574789"/>
                </a:cubicBezTo>
                <a:cubicBezTo>
                  <a:pt x="4085844" y="1577411"/>
                  <a:pt x="4082840" y="1576165"/>
                  <a:pt x="4080878" y="1576507"/>
                </a:cubicBezTo>
                <a:cubicBezTo>
                  <a:pt x="4090772" y="1589441"/>
                  <a:pt x="4083727" y="1603809"/>
                  <a:pt x="4095960" y="1617093"/>
                </a:cubicBezTo>
                <a:cubicBezTo>
                  <a:pt x="4119609" y="1622070"/>
                  <a:pt x="4120280" y="1594662"/>
                  <a:pt x="4133771" y="1585234"/>
                </a:cubicBezTo>
                <a:cubicBezTo>
                  <a:pt x="4117230" y="1535048"/>
                  <a:pt x="4111521" y="1490302"/>
                  <a:pt x="4081924" y="1451993"/>
                </a:cubicBezTo>
                <a:cubicBezTo>
                  <a:pt x="4084316" y="1449807"/>
                  <a:pt x="4085753" y="1446524"/>
                  <a:pt x="4086438" y="1441857"/>
                </a:cubicBezTo>
                <a:cubicBezTo>
                  <a:pt x="4054784" y="1399103"/>
                  <a:pt x="4036350" y="1341159"/>
                  <a:pt x="3992118" y="1301609"/>
                </a:cubicBezTo>
                <a:cubicBezTo>
                  <a:pt x="3995574" y="1281295"/>
                  <a:pt x="3977195" y="1286013"/>
                  <a:pt x="3979120" y="1264198"/>
                </a:cubicBezTo>
                <a:cubicBezTo>
                  <a:pt x="3958413" y="1258707"/>
                  <a:pt x="3958839" y="1238417"/>
                  <a:pt x="3941017" y="1230656"/>
                </a:cubicBezTo>
                <a:cubicBezTo>
                  <a:pt x="3942789" y="1220743"/>
                  <a:pt x="3945073" y="1223630"/>
                  <a:pt x="3943499" y="1214807"/>
                </a:cubicBezTo>
                <a:cubicBezTo>
                  <a:pt x="3938042" y="1213990"/>
                  <a:pt x="3933077" y="1213086"/>
                  <a:pt x="3927620" y="1212267"/>
                </a:cubicBezTo>
                <a:cubicBezTo>
                  <a:pt x="3928900" y="1202440"/>
                  <a:pt x="3925931" y="1204223"/>
                  <a:pt x="3930102" y="1196420"/>
                </a:cubicBezTo>
                <a:cubicBezTo>
                  <a:pt x="3916412" y="1191981"/>
                  <a:pt x="3917640" y="1184691"/>
                  <a:pt x="3901768" y="1186445"/>
                </a:cubicBezTo>
                <a:cubicBezTo>
                  <a:pt x="3831415" y="1115308"/>
                  <a:pt x="3759275" y="1045492"/>
                  <a:pt x="3679090" y="981626"/>
                </a:cubicBezTo>
                <a:cubicBezTo>
                  <a:pt x="3716716" y="991244"/>
                  <a:pt x="3750079" y="1036480"/>
                  <a:pt x="3779173" y="1052134"/>
                </a:cubicBezTo>
                <a:cubicBezTo>
                  <a:pt x="3785220" y="1076099"/>
                  <a:pt x="3824280" y="1096586"/>
                  <a:pt x="3828589" y="1100890"/>
                </a:cubicBezTo>
                <a:cubicBezTo>
                  <a:pt x="3837042" y="1098659"/>
                  <a:pt x="3814553" y="1080338"/>
                  <a:pt x="3805568" y="1075334"/>
                </a:cubicBezTo>
                <a:cubicBezTo>
                  <a:pt x="3790010" y="1043423"/>
                  <a:pt x="3758569" y="1023123"/>
                  <a:pt x="3739727" y="994060"/>
                </a:cubicBezTo>
                <a:cubicBezTo>
                  <a:pt x="3757306" y="994787"/>
                  <a:pt x="3759406" y="1006553"/>
                  <a:pt x="3763292" y="1016995"/>
                </a:cubicBezTo>
                <a:cubicBezTo>
                  <a:pt x="3782526" y="1022741"/>
                  <a:pt x="3792961" y="1047204"/>
                  <a:pt x="3802883" y="1058870"/>
                </a:cubicBezTo>
                <a:cubicBezTo>
                  <a:pt x="3834932" y="1096753"/>
                  <a:pt x="3880989" y="1123856"/>
                  <a:pt x="3909707" y="1171416"/>
                </a:cubicBezTo>
                <a:cubicBezTo>
                  <a:pt x="3945529" y="1187919"/>
                  <a:pt x="3949899" y="1226580"/>
                  <a:pt x="3982145" y="1245728"/>
                </a:cubicBezTo>
                <a:cubicBezTo>
                  <a:pt x="3977317" y="1256930"/>
                  <a:pt x="3984595" y="1259453"/>
                  <a:pt x="3984033" y="1267638"/>
                </a:cubicBezTo>
                <a:cubicBezTo>
                  <a:pt x="4012100" y="1290294"/>
                  <a:pt x="4020911" y="1326917"/>
                  <a:pt x="4046500" y="1351269"/>
                </a:cubicBezTo>
                <a:cubicBezTo>
                  <a:pt x="4045465" y="1353975"/>
                  <a:pt x="4043645" y="1352272"/>
                  <a:pt x="4043872" y="1350716"/>
                </a:cubicBezTo>
                <a:cubicBezTo>
                  <a:pt x="4057182" y="1368614"/>
                  <a:pt x="4069374" y="1407176"/>
                  <a:pt x="4091548" y="1426562"/>
                </a:cubicBezTo>
                <a:cubicBezTo>
                  <a:pt x="4076805" y="1430394"/>
                  <a:pt x="4101423" y="1445058"/>
                  <a:pt x="4108916" y="1470035"/>
                </a:cubicBezTo>
                <a:cubicBezTo>
                  <a:pt x="4110368" y="1475341"/>
                  <a:pt x="4107293" y="1482195"/>
                  <a:pt x="4109061" y="1486435"/>
                </a:cubicBezTo>
                <a:cubicBezTo>
                  <a:pt x="4111468" y="1492839"/>
                  <a:pt x="4120514" y="1499603"/>
                  <a:pt x="4122458" y="1504824"/>
                </a:cubicBezTo>
                <a:cubicBezTo>
                  <a:pt x="4131885" y="1530726"/>
                  <a:pt x="4130109" y="1554791"/>
                  <a:pt x="4148853" y="1560623"/>
                </a:cubicBezTo>
                <a:cubicBezTo>
                  <a:pt x="4155792" y="1551326"/>
                  <a:pt x="4150380" y="1543677"/>
                  <a:pt x="4160218" y="1540700"/>
                </a:cubicBezTo>
                <a:cubicBezTo>
                  <a:pt x="4159457" y="1535021"/>
                  <a:pt x="4156419" y="1530748"/>
                  <a:pt x="4151190" y="1528374"/>
                </a:cubicBezTo>
                <a:cubicBezTo>
                  <a:pt x="4152137" y="1525177"/>
                  <a:pt x="4156500" y="1526944"/>
                  <a:pt x="4159529" y="1526921"/>
                </a:cubicBezTo>
                <a:cubicBezTo>
                  <a:pt x="4156792" y="1512994"/>
                  <a:pt x="4148414" y="1492973"/>
                  <a:pt x="4159384" y="1477922"/>
                </a:cubicBezTo>
                <a:cubicBezTo>
                  <a:pt x="4152926" y="1450238"/>
                  <a:pt x="4147187" y="1420912"/>
                  <a:pt x="4152693" y="1400748"/>
                </a:cubicBezTo>
                <a:cubicBezTo>
                  <a:pt x="4139608" y="1395446"/>
                  <a:pt x="4149034" y="1388749"/>
                  <a:pt x="4136124" y="1384428"/>
                </a:cubicBezTo>
                <a:cubicBezTo>
                  <a:pt x="4139695" y="1363337"/>
                  <a:pt x="4103577" y="1342337"/>
                  <a:pt x="4108443" y="1320009"/>
                </a:cubicBezTo>
                <a:cubicBezTo>
                  <a:pt x="4071444" y="1289812"/>
                  <a:pt x="4061741" y="1239696"/>
                  <a:pt x="4031890" y="1204211"/>
                </a:cubicBezTo>
                <a:cubicBezTo>
                  <a:pt x="4033503" y="1201908"/>
                  <a:pt x="4034913" y="1199893"/>
                  <a:pt x="4037944" y="1199872"/>
                </a:cubicBezTo>
                <a:cubicBezTo>
                  <a:pt x="4013473" y="1187455"/>
                  <a:pt x="4020113" y="1155216"/>
                  <a:pt x="3997155" y="1149865"/>
                </a:cubicBezTo>
                <a:cubicBezTo>
                  <a:pt x="4004703" y="1125553"/>
                  <a:pt x="3969696" y="1112194"/>
                  <a:pt x="3966103" y="1087801"/>
                </a:cubicBezTo>
                <a:cubicBezTo>
                  <a:pt x="3947264" y="1077184"/>
                  <a:pt x="3938255" y="1059295"/>
                  <a:pt x="3927056" y="1043304"/>
                </a:cubicBezTo>
                <a:cubicBezTo>
                  <a:pt x="3915100" y="1040079"/>
                  <a:pt x="3905221" y="1035735"/>
                  <a:pt x="3905575" y="1023544"/>
                </a:cubicBezTo>
                <a:cubicBezTo>
                  <a:pt x="3861950" y="1001577"/>
                  <a:pt x="3854644" y="967722"/>
                  <a:pt x="3815174" y="943517"/>
                </a:cubicBezTo>
                <a:cubicBezTo>
                  <a:pt x="3809830" y="941920"/>
                  <a:pt x="3820097" y="937099"/>
                  <a:pt x="3814229" y="932561"/>
                </a:cubicBezTo>
                <a:cubicBezTo>
                  <a:pt x="3762034" y="895156"/>
                  <a:pt x="3726413" y="845766"/>
                  <a:pt x="3673613" y="809223"/>
                </a:cubicBezTo>
                <a:cubicBezTo>
                  <a:pt x="3670608" y="807977"/>
                  <a:pt x="3671582" y="803511"/>
                  <a:pt x="3674412" y="803778"/>
                </a:cubicBezTo>
                <a:cubicBezTo>
                  <a:pt x="3643337" y="794029"/>
                  <a:pt x="3636966" y="766834"/>
                  <a:pt x="3605691" y="757373"/>
                </a:cubicBezTo>
                <a:cubicBezTo>
                  <a:pt x="3552996" y="715758"/>
                  <a:pt x="3504972" y="670551"/>
                  <a:pt x="3439969" y="637902"/>
                </a:cubicBezTo>
                <a:cubicBezTo>
                  <a:pt x="3347652" y="583985"/>
                  <a:pt x="3234854" y="537172"/>
                  <a:pt x="3124900" y="499215"/>
                </a:cubicBezTo>
                <a:cubicBezTo>
                  <a:pt x="3157565" y="493777"/>
                  <a:pt x="3197029" y="513690"/>
                  <a:pt x="3231923" y="527828"/>
                </a:cubicBezTo>
                <a:cubicBezTo>
                  <a:pt x="3291252" y="551356"/>
                  <a:pt x="3352120" y="580680"/>
                  <a:pt x="3407121" y="605466"/>
                </a:cubicBezTo>
                <a:cubicBezTo>
                  <a:pt x="3422230" y="612185"/>
                  <a:pt x="3432211" y="625608"/>
                  <a:pt x="3446023" y="633563"/>
                </a:cubicBezTo>
                <a:cubicBezTo>
                  <a:pt x="3460903" y="641838"/>
                  <a:pt x="3477736" y="645475"/>
                  <a:pt x="3491521" y="654698"/>
                </a:cubicBezTo>
                <a:cubicBezTo>
                  <a:pt x="3548194" y="693094"/>
                  <a:pt x="3596909" y="737928"/>
                  <a:pt x="3646820" y="772447"/>
                </a:cubicBezTo>
                <a:cubicBezTo>
                  <a:pt x="3651382" y="773925"/>
                  <a:pt x="3652082" y="777847"/>
                  <a:pt x="3650391" y="783955"/>
                </a:cubicBezTo>
                <a:cubicBezTo>
                  <a:pt x="3701381" y="808935"/>
                  <a:pt x="3734007" y="847222"/>
                  <a:pt x="3767529" y="884849"/>
                </a:cubicBezTo>
                <a:cubicBezTo>
                  <a:pt x="3789047" y="893482"/>
                  <a:pt x="3801630" y="908727"/>
                  <a:pt x="3809746" y="927278"/>
                </a:cubicBezTo>
                <a:cubicBezTo>
                  <a:pt x="3859805" y="964044"/>
                  <a:pt x="3894094" y="1011645"/>
                  <a:pt x="3942567" y="1049446"/>
                </a:cubicBezTo>
                <a:cubicBezTo>
                  <a:pt x="3982856" y="1095243"/>
                  <a:pt x="4011891" y="1141739"/>
                  <a:pt x="4039259" y="1193071"/>
                </a:cubicBezTo>
                <a:cubicBezTo>
                  <a:pt x="4048640" y="1193206"/>
                  <a:pt x="4048579" y="1191447"/>
                  <a:pt x="4055140" y="1195612"/>
                </a:cubicBezTo>
                <a:cubicBezTo>
                  <a:pt x="4053025" y="1207857"/>
                  <a:pt x="4043621" y="1194838"/>
                  <a:pt x="4042830" y="1204580"/>
                </a:cubicBezTo>
                <a:cubicBezTo>
                  <a:pt x="4045458" y="1205133"/>
                  <a:pt x="4048288" y="1205398"/>
                  <a:pt x="4050915" y="1205951"/>
                </a:cubicBezTo>
                <a:cubicBezTo>
                  <a:pt x="4059969" y="1249607"/>
                  <a:pt x="4094639" y="1283749"/>
                  <a:pt x="4116500" y="1322648"/>
                </a:cubicBezTo>
                <a:cubicBezTo>
                  <a:pt x="4122438" y="1333238"/>
                  <a:pt x="4121863" y="1351281"/>
                  <a:pt x="4138925" y="1353363"/>
                </a:cubicBezTo>
                <a:cubicBezTo>
                  <a:pt x="4145196" y="1324725"/>
                  <a:pt x="4119063" y="1302995"/>
                  <a:pt x="4127322" y="1272748"/>
                </a:cubicBezTo>
                <a:cubicBezTo>
                  <a:pt x="4101011" y="1231592"/>
                  <a:pt x="4060336" y="1180808"/>
                  <a:pt x="4062677" y="1134407"/>
                </a:cubicBezTo>
                <a:cubicBezTo>
                  <a:pt x="4050190" y="1123947"/>
                  <a:pt x="4054075" y="1101790"/>
                  <a:pt x="4039511" y="1092450"/>
                </a:cubicBezTo>
                <a:cubicBezTo>
                  <a:pt x="4042451" y="1073491"/>
                  <a:pt x="4024479" y="1063480"/>
                  <a:pt x="4025824" y="1041260"/>
                </a:cubicBezTo>
                <a:cubicBezTo>
                  <a:pt x="4019009" y="1039920"/>
                  <a:pt x="4024040" y="1028430"/>
                  <a:pt x="4015998" y="1034380"/>
                </a:cubicBezTo>
                <a:cubicBezTo>
                  <a:pt x="4013579" y="1005235"/>
                  <a:pt x="3998243" y="967473"/>
                  <a:pt x="3988115" y="937650"/>
                </a:cubicBezTo>
                <a:cubicBezTo>
                  <a:pt x="3990218" y="935261"/>
                  <a:pt x="3994607" y="935760"/>
                  <a:pt x="3994712" y="930688"/>
                </a:cubicBezTo>
                <a:cubicBezTo>
                  <a:pt x="3986777" y="931565"/>
                  <a:pt x="3988555" y="925948"/>
                  <a:pt x="3981714" y="925876"/>
                </a:cubicBezTo>
                <a:cubicBezTo>
                  <a:pt x="3982019" y="902069"/>
                  <a:pt x="3948783" y="878797"/>
                  <a:pt x="3957205" y="859388"/>
                </a:cubicBezTo>
                <a:cubicBezTo>
                  <a:pt x="3953018" y="858600"/>
                  <a:pt x="3948342" y="857899"/>
                  <a:pt x="3943953" y="857401"/>
                </a:cubicBezTo>
                <a:cubicBezTo>
                  <a:pt x="3943447" y="848896"/>
                  <a:pt x="3942991" y="852009"/>
                  <a:pt x="3946180" y="844377"/>
                </a:cubicBezTo>
                <a:cubicBezTo>
                  <a:pt x="3939630" y="844507"/>
                  <a:pt x="3941120" y="838688"/>
                  <a:pt x="3933184" y="839565"/>
                </a:cubicBezTo>
                <a:cubicBezTo>
                  <a:pt x="3898537" y="785708"/>
                  <a:pt x="3862506" y="732599"/>
                  <a:pt x="3803933" y="696304"/>
                </a:cubicBezTo>
                <a:cubicBezTo>
                  <a:pt x="3797172" y="692428"/>
                  <a:pt x="3808858" y="689888"/>
                  <a:pt x="3802989" y="685350"/>
                </a:cubicBezTo>
                <a:cubicBezTo>
                  <a:pt x="3778596" y="683282"/>
                  <a:pt x="3754830" y="660635"/>
                  <a:pt x="3738637" y="645008"/>
                </a:cubicBezTo>
                <a:cubicBezTo>
                  <a:pt x="3661303" y="608443"/>
                  <a:pt x="3581979" y="573489"/>
                  <a:pt x="3493720" y="545145"/>
                </a:cubicBezTo>
                <a:cubicBezTo>
                  <a:pt x="3520948" y="565926"/>
                  <a:pt x="3560526" y="585061"/>
                  <a:pt x="3586604" y="609326"/>
                </a:cubicBezTo>
                <a:cubicBezTo>
                  <a:pt x="3588425" y="611030"/>
                  <a:pt x="3590692" y="619480"/>
                  <a:pt x="3593004" y="621099"/>
                </a:cubicBezTo>
                <a:cubicBezTo>
                  <a:pt x="3599073" y="625348"/>
                  <a:pt x="3634537" y="635597"/>
                  <a:pt x="3619453" y="641763"/>
                </a:cubicBezTo>
                <a:cubicBezTo>
                  <a:pt x="3644098" y="655160"/>
                  <a:pt x="3664273" y="671860"/>
                  <a:pt x="3682463" y="690173"/>
                </a:cubicBezTo>
                <a:cubicBezTo>
                  <a:pt x="3645931" y="679605"/>
                  <a:pt x="3632648" y="660439"/>
                  <a:pt x="3609625" y="634882"/>
                </a:cubicBezTo>
                <a:cubicBezTo>
                  <a:pt x="3530332" y="584507"/>
                  <a:pt x="3476715" y="526376"/>
                  <a:pt x="3358963" y="501401"/>
                </a:cubicBezTo>
                <a:cubicBezTo>
                  <a:pt x="3350046" y="502449"/>
                  <a:pt x="3354532" y="493581"/>
                  <a:pt x="3349680" y="491899"/>
                </a:cubicBezTo>
                <a:cubicBezTo>
                  <a:pt x="3306357" y="492876"/>
                  <a:pt x="3237784" y="481319"/>
                  <a:pt x="3202017" y="462279"/>
                </a:cubicBezTo>
                <a:cubicBezTo>
                  <a:pt x="3155252" y="459559"/>
                  <a:pt x="3111803" y="438573"/>
                  <a:pt x="3065321" y="431760"/>
                </a:cubicBezTo>
                <a:cubicBezTo>
                  <a:pt x="2917875" y="410443"/>
                  <a:pt x="2765553" y="407157"/>
                  <a:pt x="2635928" y="361002"/>
                </a:cubicBezTo>
                <a:close/>
                <a:moveTo>
                  <a:pt x="2348040" y="296678"/>
                </a:moveTo>
                <a:cubicBezTo>
                  <a:pt x="2351368" y="301152"/>
                  <a:pt x="2358760" y="302897"/>
                  <a:pt x="2365461" y="305015"/>
                </a:cubicBezTo>
                <a:cubicBezTo>
                  <a:pt x="2361843" y="300338"/>
                  <a:pt x="2354584" y="292253"/>
                  <a:pt x="2348040" y="296678"/>
                </a:cubicBezTo>
                <a:close/>
                <a:moveTo>
                  <a:pt x="2326506" y="279454"/>
                </a:moveTo>
                <a:cubicBezTo>
                  <a:pt x="2323475" y="279477"/>
                  <a:pt x="2323484" y="283772"/>
                  <a:pt x="2322536" y="286968"/>
                </a:cubicBezTo>
                <a:cubicBezTo>
                  <a:pt x="2328605" y="291218"/>
                  <a:pt x="2337556" y="293197"/>
                  <a:pt x="2345412" y="296124"/>
                </a:cubicBezTo>
                <a:cubicBezTo>
                  <a:pt x="2346922" y="284742"/>
                  <a:pt x="2329666" y="287243"/>
                  <a:pt x="2326506" y="279454"/>
                </a:cubicBezTo>
                <a:close/>
                <a:moveTo>
                  <a:pt x="1046979" y="270113"/>
                </a:moveTo>
                <a:cubicBezTo>
                  <a:pt x="1110585" y="280765"/>
                  <a:pt x="1166945" y="306073"/>
                  <a:pt x="1214238" y="330182"/>
                </a:cubicBezTo>
                <a:cubicBezTo>
                  <a:pt x="1154287" y="313079"/>
                  <a:pt x="1092346" y="297589"/>
                  <a:pt x="1046979" y="270113"/>
                </a:cubicBezTo>
                <a:close/>
                <a:moveTo>
                  <a:pt x="2223853" y="224304"/>
                </a:moveTo>
                <a:cubicBezTo>
                  <a:pt x="2234405" y="233838"/>
                  <a:pt x="2259747" y="232709"/>
                  <a:pt x="2266724" y="244886"/>
                </a:cubicBezTo>
                <a:cubicBezTo>
                  <a:pt x="2262837" y="246132"/>
                  <a:pt x="2258080" y="245966"/>
                  <a:pt x="2253167" y="244891"/>
                </a:cubicBezTo>
                <a:cubicBezTo>
                  <a:pt x="2238426" y="241667"/>
                  <a:pt x="2222262" y="230268"/>
                  <a:pt x="2223853" y="224304"/>
                </a:cubicBezTo>
                <a:close/>
                <a:moveTo>
                  <a:pt x="2159644" y="200363"/>
                </a:moveTo>
                <a:cubicBezTo>
                  <a:pt x="2168421" y="201361"/>
                  <a:pt x="2176015" y="202819"/>
                  <a:pt x="2177555" y="208615"/>
                </a:cubicBezTo>
                <a:cubicBezTo>
                  <a:pt x="2175278" y="210023"/>
                  <a:pt x="2158100" y="208719"/>
                  <a:pt x="2159644" y="200363"/>
                </a:cubicBezTo>
                <a:close/>
                <a:moveTo>
                  <a:pt x="2090475" y="193964"/>
                </a:moveTo>
                <a:cubicBezTo>
                  <a:pt x="2175157" y="206505"/>
                  <a:pt x="2247731" y="260326"/>
                  <a:pt x="2321399" y="280597"/>
                </a:cubicBezTo>
                <a:cubicBezTo>
                  <a:pt x="2309535" y="263711"/>
                  <a:pt x="2276407" y="267965"/>
                  <a:pt x="2271785" y="250575"/>
                </a:cubicBezTo>
                <a:cubicBezTo>
                  <a:pt x="2332692" y="268773"/>
                  <a:pt x="2393367" y="302680"/>
                  <a:pt x="2428478" y="325119"/>
                </a:cubicBezTo>
                <a:cubicBezTo>
                  <a:pt x="2469281" y="351117"/>
                  <a:pt x="2507045" y="372841"/>
                  <a:pt x="2537930" y="405620"/>
                </a:cubicBezTo>
                <a:cubicBezTo>
                  <a:pt x="2515445" y="405746"/>
                  <a:pt x="2500150" y="375305"/>
                  <a:pt x="2477350" y="376498"/>
                </a:cubicBezTo>
                <a:cubicBezTo>
                  <a:pt x="2475548" y="369231"/>
                  <a:pt x="2470574" y="364032"/>
                  <a:pt x="2466782" y="358375"/>
                </a:cubicBezTo>
                <a:cubicBezTo>
                  <a:pt x="2435033" y="343436"/>
                  <a:pt x="2392878" y="302766"/>
                  <a:pt x="2366503" y="306602"/>
                </a:cubicBezTo>
                <a:cubicBezTo>
                  <a:pt x="2414934" y="337082"/>
                  <a:pt x="2468122" y="364460"/>
                  <a:pt x="2505828" y="402873"/>
                </a:cubicBezTo>
                <a:lnTo>
                  <a:pt x="2505224" y="403736"/>
                </a:lnTo>
                <a:cubicBezTo>
                  <a:pt x="2614908" y="468528"/>
                  <a:pt x="2699472" y="561197"/>
                  <a:pt x="2761982" y="652148"/>
                </a:cubicBezTo>
                <a:cubicBezTo>
                  <a:pt x="2722819" y="622581"/>
                  <a:pt x="2695697" y="564128"/>
                  <a:pt x="2647870" y="532786"/>
                </a:cubicBezTo>
                <a:cubicBezTo>
                  <a:pt x="2650498" y="533338"/>
                  <a:pt x="2651962" y="528787"/>
                  <a:pt x="2648669" y="527339"/>
                </a:cubicBezTo>
                <a:cubicBezTo>
                  <a:pt x="2601371" y="484784"/>
                  <a:pt x="2557043" y="440449"/>
                  <a:pt x="2496744" y="407235"/>
                </a:cubicBezTo>
                <a:cubicBezTo>
                  <a:pt x="2479974" y="391203"/>
                  <a:pt x="2463204" y="375172"/>
                  <a:pt x="2435221" y="367159"/>
                </a:cubicBezTo>
                <a:cubicBezTo>
                  <a:pt x="2432989" y="361735"/>
                  <a:pt x="2429863" y="356973"/>
                  <a:pt x="2426736" y="352210"/>
                </a:cubicBezTo>
                <a:cubicBezTo>
                  <a:pt x="2322981" y="293715"/>
                  <a:pt x="2209712" y="241424"/>
                  <a:pt x="2090475" y="193964"/>
                </a:cubicBezTo>
                <a:close/>
                <a:moveTo>
                  <a:pt x="2064279" y="184629"/>
                </a:moveTo>
                <a:cubicBezTo>
                  <a:pt x="2069884" y="187697"/>
                  <a:pt x="2085809" y="183406"/>
                  <a:pt x="2081988" y="193169"/>
                </a:cubicBezTo>
                <a:cubicBezTo>
                  <a:pt x="2075490" y="190764"/>
                  <a:pt x="2067606" y="189104"/>
                  <a:pt x="2064279" y="184629"/>
                </a:cubicBezTo>
                <a:close/>
                <a:moveTo>
                  <a:pt x="2044846" y="180781"/>
                </a:moveTo>
                <a:cubicBezTo>
                  <a:pt x="2050101" y="181351"/>
                  <a:pt x="2055126" y="182940"/>
                  <a:pt x="2056141" y="185795"/>
                </a:cubicBezTo>
                <a:cubicBezTo>
                  <a:pt x="2051857" y="187299"/>
                  <a:pt x="2047515" y="188119"/>
                  <a:pt x="2043419" y="187664"/>
                </a:cubicBezTo>
                <a:cubicBezTo>
                  <a:pt x="2039323" y="187209"/>
                  <a:pt x="2035473" y="185479"/>
                  <a:pt x="2032176" y="181883"/>
                </a:cubicBezTo>
                <a:cubicBezTo>
                  <a:pt x="2034109" y="180662"/>
                  <a:pt x="2039592" y="180212"/>
                  <a:pt x="2044846" y="180781"/>
                </a:cubicBezTo>
                <a:close/>
                <a:moveTo>
                  <a:pt x="1979283" y="173154"/>
                </a:moveTo>
                <a:cubicBezTo>
                  <a:pt x="1975204" y="176518"/>
                  <a:pt x="1968477" y="179207"/>
                  <a:pt x="1961666" y="180014"/>
                </a:cubicBezTo>
                <a:cubicBezTo>
                  <a:pt x="1954855" y="180822"/>
                  <a:pt x="1947962" y="179748"/>
                  <a:pt x="1943553" y="175588"/>
                </a:cubicBezTo>
                <a:cubicBezTo>
                  <a:pt x="1955212" y="174316"/>
                  <a:pt x="1966494" y="172350"/>
                  <a:pt x="1979283" y="173154"/>
                </a:cubicBezTo>
                <a:close/>
                <a:moveTo>
                  <a:pt x="923641" y="157157"/>
                </a:moveTo>
                <a:cubicBezTo>
                  <a:pt x="924176" y="164393"/>
                  <a:pt x="929465" y="168526"/>
                  <a:pt x="931583" y="174728"/>
                </a:cubicBezTo>
                <a:cubicBezTo>
                  <a:pt x="935393" y="174822"/>
                  <a:pt x="938636" y="164654"/>
                  <a:pt x="937039" y="175545"/>
                </a:cubicBezTo>
                <a:lnTo>
                  <a:pt x="945609" y="171616"/>
                </a:lnTo>
                <a:lnTo>
                  <a:pt x="945721" y="171759"/>
                </a:lnTo>
                <a:lnTo>
                  <a:pt x="945922" y="171472"/>
                </a:lnTo>
                <a:lnTo>
                  <a:pt x="945609" y="171616"/>
                </a:lnTo>
                <a:lnTo>
                  <a:pt x="938141" y="162056"/>
                </a:lnTo>
                <a:cubicBezTo>
                  <a:pt x="934787" y="159385"/>
                  <a:pt x="930281" y="157517"/>
                  <a:pt x="923641" y="157157"/>
                </a:cubicBezTo>
                <a:close/>
                <a:moveTo>
                  <a:pt x="854394" y="42615"/>
                </a:moveTo>
                <a:cubicBezTo>
                  <a:pt x="833859" y="52256"/>
                  <a:pt x="821110" y="105524"/>
                  <a:pt x="822185" y="124290"/>
                </a:cubicBezTo>
                <a:cubicBezTo>
                  <a:pt x="821237" y="127488"/>
                  <a:pt x="816876" y="125721"/>
                  <a:pt x="813845" y="125743"/>
                </a:cubicBezTo>
                <a:cubicBezTo>
                  <a:pt x="819724" y="153022"/>
                  <a:pt x="785533" y="175404"/>
                  <a:pt x="788488" y="197633"/>
                </a:cubicBezTo>
                <a:cubicBezTo>
                  <a:pt x="786762" y="200714"/>
                  <a:pt x="784282" y="202409"/>
                  <a:pt x="779605" y="201708"/>
                </a:cubicBezTo>
                <a:cubicBezTo>
                  <a:pt x="772823" y="250146"/>
                  <a:pt x="757217" y="271817"/>
                  <a:pt x="755481" y="317354"/>
                </a:cubicBezTo>
                <a:cubicBezTo>
                  <a:pt x="753755" y="320435"/>
                  <a:pt x="751275" y="322130"/>
                  <a:pt x="746598" y="321429"/>
                </a:cubicBezTo>
                <a:cubicBezTo>
                  <a:pt x="746028" y="325319"/>
                  <a:pt x="756258" y="331624"/>
                  <a:pt x="745256" y="329497"/>
                </a:cubicBezTo>
                <a:cubicBezTo>
                  <a:pt x="747541" y="332384"/>
                  <a:pt x="744465" y="339237"/>
                  <a:pt x="751998" y="338936"/>
                </a:cubicBezTo>
                <a:cubicBezTo>
                  <a:pt x="749001" y="341985"/>
                  <a:pt x="742477" y="340847"/>
                  <a:pt x="739944" y="345079"/>
                </a:cubicBezTo>
                <a:cubicBezTo>
                  <a:pt x="742731" y="370622"/>
                  <a:pt x="723157" y="399808"/>
                  <a:pt x="732496" y="425221"/>
                </a:cubicBezTo>
                <a:cubicBezTo>
                  <a:pt x="718457" y="418821"/>
                  <a:pt x="730059" y="434237"/>
                  <a:pt x="730559" y="438447"/>
                </a:cubicBezTo>
                <a:cubicBezTo>
                  <a:pt x="731798" y="453898"/>
                  <a:pt x="722726" y="481003"/>
                  <a:pt x="735616" y="490887"/>
                </a:cubicBezTo>
                <a:cubicBezTo>
                  <a:pt x="734932" y="495554"/>
                  <a:pt x="732454" y="497251"/>
                  <a:pt x="729020" y="497848"/>
                </a:cubicBezTo>
                <a:cubicBezTo>
                  <a:pt x="728510" y="503496"/>
                  <a:pt x="734747" y="504432"/>
                  <a:pt x="741474" y="505282"/>
                </a:cubicBezTo>
                <a:cubicBezTo>
                  <a:pt x="727351" y="516840"/>
                  <a:pt x="748262" y="540490"/>
                  <a:pt x="740079" y="548485"/>
                </a:cubicBezTo>
                <a:cubicBezTo>
                  <a:pt x="741041" y="553877"/>
                  <a:pt x="746069" y="556539"/>
                  <a:pt x="751989" y="558540"/>
                </a:cubicBezTo>
                <a:cubicBezTo>
                  <a:pt x="741912" y="572930"/>
                  <a:pt x="759527" y="576686"/>
                  <a:pt x="763501" y="587618"/>
                </a:cubicBezTo>
                <a:cubicBezTo>
                  <a:pt x="768692" y="601118"/>
                  <a:pt x="765315" y="617627"/>
                  <a:pt x="770445" y="629367"/>
                </a:cubicBezTo>
                <a:cubicBezTo>
                  <a:pt x="773807" y="636869"/>
                  <a:pt x="786146" y="645080"/>
                  <a:pt x="788212" y="653819"/>
                </a:cubicBezTo>
                <a:cubicBezTo>
                  <a:pt x="793331" y="675418"/>
                  <a:pt x="816484" y="694633"/>
                  <a:pt x="835741" y="713263"/>
                </a:cubicBezTo>
                <a:cubicBezTo>
                  <a:pt x="850593" y="769558"/>
                  <a:pt x="887368" y="819758"/>
                  <a:pt x="936803" y="862951"/>
                </a:cubicBezTo>
                <a:cubicBezTo>
                  <a:pt x="936066" y="870155"/>
                  <a:pt x="931530" y="867408"/>
                  <a:pt x="935120" y="873352"/>
                </a:cubicBezTo>
                <a:cubicBezTo>
                  <a:pt x="978604" y="897366"/>
                  <a:pt x="980920" y="950032"/>
                  <a:pt x="1013612" y="975924"/>
                </a:cubicBezTo>
                <a:cubicBezTo>
                  <a:pt x="999622" y="981142"/>
                  <a:pt x="1024910" y="982548"/>
                  <a:pt x="1018670" y="995766"/>
                </a:cubicBezTo>
                <a:cubicBezTo>
                  <a:pt x="1055484" y="1034840"/>
                  <a:pt x="1105517" y="1105474"/>
                  <a:pt x="1159975" y="1132882"/>
                </a:cubicBezTo>
                <a:cubicBezTo>
                  <a:pt x="1214520" y="1160782"/>
                  <a:pt x="1309088" y="1181961"/>
                  <a:pt x="1382756" y="1202232"/>
                </a:cubicBezTo>
                <a:cubicBezTo>
                  <a:pt x="1435631" y="1216522"/>
                  <a:pt x="1471225" y="1267182"/>
                  <a:pt x="1524563" y="1250056"/>
                </a:cubicBezTo>
                <a:cubicBezTo>
                  <a:pt x="1513919" y="1254184"/>
                  <a:pt x="1519533" y="1261546"/>
                  <a:pt x="1504118" y="1260189"/>
                </a:cubicBezTo>
                <a:lnTo>
                  <a:pt x="1505097" y="1260016"/>
                </a:lnTo>
                <a:cubicBezTo>
                  <a:pt x="1511491" y="1267496"/>
                  <a:pt x="1522283" y="1265616"/>
                  <a:pt x="1530603" y="1269726"/>
                </a:cubicBezTo>
                <a:cubicBezTo>
                  <a:pt x="1547444" y="1277658"/>
                  <a:pt x="1561498" y="1292647"/>
                  <a:pt x="1577045" y="1301816"/>
                </a:cubicBezTo>
                <a:cubicBezTo>
                  <a:pt x="1594236" y="1311709"/>
                  <a:pt x="1614101" y="1315325"/>
                  <a:pt x="1632913" y="1327210"/>
                </a:cubicBezTo>
                <a:cubicBezTo>
                  <a:pt x="1646899" y="1336145"/>
                  <a:pt x="1663119" y="1350504"/>
                  <a:pt x="1681983" y="1359853"/>
                </a:cubicBezTo>
                <a:cubicBezTo>
                  <a:pt x="1725432" y="1380840"/>
                  <a:pt x="1773037" y="1385435"/>
                  <a:pt x="1827761" y="1400163"/>
                </a:cubicBezTo>
                <a:cubicBezTo>
                  <a:pt x="1830642" y="1397891"/>
                  <a:pt x="1833814" y="1395823"/>
                  <a:pt x="1837187" y="1393467"/>
                </a:cubicBezTo>
                <a:cubicBezTo>
                  <a:pt x="1860733" y="1413814"/>
                  <a:pt x="1894288" y="1428864"/>
                  <a:pt x="1931843" y="1430069"/>
                </a:cubicBezTo>
                <a:cubicBezTo>
                  <a:pt x="1944361" y="1430470"/>
                  <a:pt x="1957324" y="1429334"/>
                  <a:pt x="1970510" y="1426342"/>
                </a:cubicBezTo>
                <a:cubicBezTo>
                  <a:pt x="1974594" y="1418049"/>
                  <a:pt x="1962707" y="1420878"/>
                  <a:pt x="1958057" y="1418909"/>
                </a:cubicBezTo>
                <a:cubicBezTo>
                  <a:pt x="1958620" y="1410723"/>
                  <a:pt x="1967718" y="1414950"/>
                  <a:pt x="1972449" y="1413115"/>
                </a:cubicBezTo>
                <a:cubicBezTo>
                  <a:pt x="1923615" y="1383211"/>
                  <a:pt x="1868371" y="1383990"/>
                  <a:pt x="1819328" y="1350078"/>
                </a:cubicBezTo>
                <a:cubicBezTo>
                  <a:pt x="1820941" y="1347776"/>
                  <a:pt x="1822352" y="1345762"/>
                  <a:pt x="1825383" y="1345739"/>
                </a:cubicBezTo>
                <a:cubicBezTo>
                  <a:pt x="1785147" y="1330004"/>
                  <a:pt x="1772988" y="1294469"/>
                  <a:pt x="1732753" y="1278735"/>
                </a:cubicBezTo>
                <a:cubicBezTo>
                  <a:pt x="1725676" y="1275924"/>
                  <a:pt x="1726930" y="1267366"/>
                  <a:pt x="1724812" y="1261164"/>
                </a:cubicBezTo>
                <a:cubicBezTo>
                  <a:pt x="1700095" y="1255867"/>
                  <a:pt x="1710156" y="1232887"/>
                  <a:pt x="1681253" y="1226804"/>
                </a:cubicBezTo>
                <a:cubicBezTo>
                  <a:pt x="1681529" y="1204264"/>
                  <a:pt x="1654675" y="1198328"/>
                  <a:pt x="1658086" y="1184847"/>
                </a:cubicBezTo>
                <a:cubicBezTo>
                  <a:pt x="1641842" y="1171756"/>
                  <a:pt x="1625177" y="1150651"/>
                  <a:pt x="1597159" y="1139611"/>
                </a:cubicBezTo>
                <a:cubicBezTo>
                  <a:pt x="1609301" y="1133959"/>
                  <a:pt x="1580740" y="1125540"/>
                  <a:pt x="1573340" y="1119502"/>
                </a:cubicBezTo>
                <a:cubicBezTo>
                  <a:pt x="1594056" y="1115135"/>
                  <a:pt x="1566403" y="1114645"/>
                  <a:pt x="1557315" y="1100560"/>
                </a:cubicBezTo>
                <a:cubicBezTo>
                  <a:pt x="1555897" y="1098280"/>
                  <a:pt x="1560646" y="1090882"/>
                  <a:pt x="1554340" y="1083893"/>
                </a:cubicBezTo>
                <a:cubicBezTo>
                  <a:pt x="1552809" y="1082393"/>
                  <a:pt x="1550337" y="1088382"/>
                  <a:pt x="1550914" y="1088786"/>
                </a:cubicBezTo>
                <a:cubicBezTo>
                  <a:pt x="1540101" y="1077783"/>
                  <a:pt x="1540408" y="1072423"/>
                  <a:pt x="1529433" y="1069027"/>
                </a:cubicBezTo>
                <a:cubicBezTo>
                  <a:pt x="1529828" y="1064156"/>
                  <a:pt x="1533552" y="1063761"/>
                  <a:pt x="1533947" y="1058891"/>
                </a:cubicBezTo>
                <a:cubicBezTo>
                  <a:pt x="1521002" y="1051543"/>
                  <a:pt x="1517115" y="1041100"/>
                  <a:pt x="1503784" y="1042917"/>
                </a:cubicBezTo>
                <a:cubicBezTo>
                  <a:pt x="1497680" y="1035641"/>
                  <a:pt x="1511826" y="1036968"/>
                  <a:pt x="1505723" y="1029692"/>
                </a:cubicBezTo>
                <a:cubicBezTo>
                  <a:pt x="1482256" y="1029988"/>
                  <a:pt x="1481018" y="1014537"/>
                  <a:pt x="1462308" y="1011731"/>
                </a:cubicBezTo>
                <a:cubicBezTo>
                  <a:pt x="1462388" y="1007926"/>
                  <a:pt x="1476647" y="1008475"/>
                  <a:pt x="1468906" y="1004770"/>
                </a:cubicBezTo>
                <a:cubicBezTo>
                  <a:pt x="1464449" y="998218"/>
                  <a:pt x="1459088" y="1002185"/>
                  <a:pt x="1459680" y="1011179"/>
                </a:cubicBezTo>
                <a:cubicBezTo>
                  <a:pt x="1456238" y="1007482"/>
                  <a:pt x="1459052" y="999157"/>
                  <a:pt x="1447770" y="1001122"/>
                </a:cubicBezTo>
                <a:cubicBezTo>
                  <a:pt x="1448166" y="996253"/>
                  <a:pt x="1451889" y="995858"/>
                  <a:pt x="1452284" y="990986"/>
                </a:cubicBezTo>
                <a:cubicBezTo>
                  <a:pt x="1414675" y="975805"/>
                  <a:pt x="1377113" y="953793"/>
                  <a:pt x="1352260" y="936390"/>
                </a:cubicBezTo>
                <a:cubicBezTo>
                  <a:pt x="1326394" y="934578"/>
                  <a:pt x="1315807" y="922017"/>
                  <a:pt x="1298675" y="913883"/>
                </a:cubicBezTo>
                <a:cubicBezTo>
                  <a:pt x="1298169" y="905379"/>
                  <a:pt x="1308487" y="912174"/>
                  <a:pt x="1306071" y="901475"/>
                </a:cubicBezTo>
                <a:cubicBezTo>
                  <a:pt x="1291663" y="898678"/>
                  <a:pt x="1284202" y="890880"/>
                  <a:pt x="1276453" y="882881"/>
                </a:cubicBezTo>
                <a:cubicBezTo>
                  <a:pt x="1276849" y="878010"/>
                  <a:pt x="1280859" y="877817"/>
                  <a:pt x="1280966" y="872744"/>
                </a:cubicBezTo>
                <a:cubicBezTo>
                  <a:pt x="1252792" y="855162"/>
                  <a:pt x="1271648" y="827617"/>
                  <a:pt x="1244946" y="809777"/>
                </a:cubicBezTo>
                <a:cubicBezTo>
                  <a:pt x="1245745" y="804331"/>
                  <a:pt x="1246629" y="799375"/>
                  <a:pt x="1247429" y="793930"/>
                </a:cubicBezTo>
                <a:cubicBezTo>
                  <a:pt x="1238869" y="768634"/>
                  <a:pt x="1207766" y="760153"/>
                  <a:pt x="1202780" y="732212"/>
                </a:cubicBezTo>
                <a:cubicBezTo>
                  <a:pt x="1183293" y="729290"/>
                  <a:pt x="1194879" y="703518"/>
                  <a:pt x="1175389" y="700594"/>
                </a:cubicBezTo>
                <a:cubicBezTo>
                  <a:pt x="1170699" y="677151"/>
                  <a:pt x="1156859" y="652018"/>
                  <a:pt x="1137627" y="632118"/>
                </a:cubicBezTo>
                <a:cubicBezTo>
                  <a:pt x="1128547" y="622328"/>
                  <a:pt x="1106914" y="614472"/>
                  <a:pt x="1115404" y="601116"/>
                </a:cubicBezTo>
                <a:cubicBezTo>
                  <a:pt x="1078869" y="572102"/>
                  <a:pt x="1053949" y="534494"/>
                  <a:pt x="1007093" y="512837"/>
                </a:cubicBezTo>
                <a:cubicBezTo>
                  <a:pt x="1007488" y="507967"/>
                  <a:pt x="1011010" y="507858"/>
                  <a:pt x="1011606" y="502700"/>
                </a:cubicBezTo>
                <a:cubicBezTo>
                  <a:pt x="981501" y="502637"/>
                  <a:pt x="984949" y="478030"/>
                  <a:pt x="958908" y="475237"/>
                </a:cubicBezTo>
                <a:cubicBezTo>
                  <a:pt x="969283" y="465344"/>
                  <a:pt x="934477" y="451696"/>
                  <a:pt x="926605" y="440179"/>
                </a:cubicBezTo>
                <a:cubicBezTo>
                  <a:pt x="929399" y="437417"/>
                  <a:pt x="931240" y="433559"/>
                  <a:pt x="931372" y="427218"/>
                </a:cubicBezTo>
                <a:cubicBezTo>
                  <a:pt x="901656" y="417991"/>
                  <a:pt x="907667" y="373731"/>
                  <a:pt x="898634" y="342958"/>
                </a:cubicBezTo>
                <a:cubicBezTo>
                  <a:pt x="902962" y="341699"/>
                  <a:pt x="900083" y="329818"/>
                  <a:pt x="908114" y="333726"/>
                </a:cubicBezTo>
                <a:cubicBezTo>
                  <a:pt x="907573" y="289596"/>
                  <a:pt x="926360" y="255998"/>
                  <a:pt x="928812" y="222972"/>
                </a:cubicBezTo>
                <a:cubicBezTo>
                  <a:pt x="916422" y="203144"/>
                  <a:pt x="921906" y="170095"/>
                  <a:pt x="901473" y="156218"/>
                </a:cubicBezTo>
                <a:cubicBezTo>
                  <a:pt x="901956" y="151838"/>
                  <a:pt x="902929" y="147372"/>
                  <a:pt x="903413" y="142993"/>
                </a:cubicBezTo>
                <a:cubicBezTo>
                  <a:pt x="873112" y="114913"/>
                  <a:pt x="877618" y="67883"/>
                  <a:pt x="854394" y="42615"/>
                </a:cubicBezTo>
                <a:close/>
                <a:moveTo>
                  <a:pt x="875619" y="0"/>
                </a:moveTo>
                <a:cubicBezTo>
                  <a:pt x="876133" y="12798"/>
                  <a:pt x="863451" y="6921"/>
                  <a:pt x="864253" y="19922"/>
                </a:cubicBezTo>
                <a:cubicBezTo>
                  <a:pt x="869033" y="29703"/>
                  <a:pt x="877388" y="36840"/>
                  <a:pt x="887819" y="42857"/>
                </a:cubicBezTo>
                <a:cubicBezTo>
                  <a:pt x="887021" y="48303"/>
                  <a:pt x="886134" y="53258"/>
                  <a:pt x="885336" y="58704"/>
                </a:cubicBezTo>
                <a:cubicBezTo>
                  <a:pt x="920083" y="135792"/>
                  <a:pt x="997479" y="206714"/>
                  <a:pt x="1106126" y="209014"/>
                </a:cubicBezTo>
                <a:cubicBezTo>
                  <a:pt x="1146617" y="189326"/>
                  <a:pt x="1192834" y="208820"/>
                  <a:pt x="1234194" y="208185"/>
                </a:cubicBezTo>
                <a:cubicBezTo>
                  <a:pt x="1291979" y="207469"/>
                  <a:pt x="1335255" y="180724"/>
                  <a:pt x="1389161" y="173861"/>
                </a:cubicBezTo>
                <a:cubicBezTo>
                  <a:pt x="1397215" y="158054"/>
                  <a:pt x="1424453" y="168976"/>
                  <a:pt x="1433172" y="154064"/>
                </a:cubicBezTo>
                <a:cubicBezTo>
                  <a:pt x="1503675" y="148100"/>
                  <a:pt x="1576655" y="154591"/>
                  <a:pt x="1641466" y="145071"/>
                </a:cubicBezTo>
                <a:cubicBezTo>
                  <a:pt x="1650095" y="143821"/>
                  <a:pt x="1658164" y="136603"/>
                  <a:pt x="1667370" y="135757"/>
                </a:cubicBezTo>
                <a:cubicBezTo>
                  <a:pt x="1706848" y="131659"/>
                  <a:pt x="1751920" y="140486"/>
                  <a:pt x="1794894" y="137549"/>
                </a:cubicBezTo>
                <a:cubicBezTo>
                  <a:pt x="1837665" y="134899"/>
                  <a:pt x="1897000" y="130122"/>
                  <a:pt x="1942608" y="132033"/>
                </a:cubicBezTo>
                <a:cubicBezTo>
                  <a:pt x="2010877" y="134797"/>
                  <a:pt x="2087127" y="129854"/>
                  <a:pt x="2154729" y="131724"/>
                </a:cubicBezTo>
                <a:cubicBezTo>
                  <a:pt x="2185992" y="132596"/>
                  <a:pt x="2206803" y="133014"/>
                  <a:pt x="2227474" y="135478"/>
                </a:cubicBezTo>
                <a:cubicBezTo>
                  <a:pt x="2294856" y="143198"/>
                  <a:pt x="2352744" y="184160"/>
                  <a:pt x="2415127" y="220550"/>
                </a:cubicBezTo>
                <a:cubicBezTo>
                  <a:pt x="2435497" y="232668"/>
                  <a:pt x="2460128" y="237476"/>
                  <a:pt x="2478535" y="249936"/>
                </a:cubicBezTo>
                <a:cubicBezTo>
                  <a:pt x="2524487" y="282112"/>
                  <a:pt x="2572663" y="315416"/>
                  <a:pt x="2625946" y="347579"/>
                </a:cubicBezTo>
                <a:cubicBezTo>
                  <a:pt x="2624292" y="342560"/>
                  <a:pt x="2619002" y="338428"/>
                  <a:pt x="2625546" y="334001"/>
                </a:cubicBezTo>
                <a:cubicBezTo>
                  <a:pt x="2725629" y="371910"/>
                  <a:pt x="2813500" y="376820"/>
                  <a:pt x="2921470" y="388083"/>
                </a:cubicBezTo>
                <a:cubicBezTo>
                  <a:pt x="3053923" y="401905"/>
                  <a:pt x="3182939" y="430477"/>
                  <a:pt x="3301793" y="458797"/>
                </a:cubicBezTo>
                <a:cubicBezTo>
                  <a:pt x="3305980" y="459584"/>
                  <a:pt x="3302816" y="465947"/>
                  <a:pt x="3308790" y="465412"/>
                </a:cubicBezTo>
                <a:cubicBezTo>
                  <a:pt x="3439141" y="481622"/>
                  <a:pt x="3537071" y="542902"/>
                  <a:pt x="3638650" y="579285"/>
                </a:cubicBezTo>
                <a:cubicBezTo>
                  <a:pt x="3695115" y="599521"/>
                  <a:pt x="3731864" y="618389"/>
                  <a:pt x="3774004" y="650471"/>
                </a:cubicBezTo>
                <a:cubicBezTo>
                  <a:pt x="3805856" y="674489"/>
                  <a:pt x="3839794" y="687530"/>
                  <a:pt x="3862520" y="708589"/>
                </a:cubicBezTo>
                <a:cubicBezTo>
                  <a:pt x="3884378" y="729043"/>
                  <a:pt x="3908517" y="766533"/>
                  <a:pt x="3922903" y="789044"/>
                </a:cubicBezTo>
                <a:cubicBezTo>
                  <a:pt x="3933121" y="805207"/>
                  <a:pt x="3950725" y="818820"/>
                  <a:pt x="3961406" y="836165"/>
                </a:cubicBezTo>
                <a:cubicBezTo>
                  <a:pt x="3970670" y="851230"/>
                  <a:pt x="3971427" y="871061"/>
                  <a:pt x="3982889" y="888524"/>
                </a:cubicBezTo>
                <a:cubicBezTo>
                  <a:pt x="3991311" y="901713"/>
                  <a:pt x="4002023" y="903637"/>
                  <a:pt x="4005910" y="914080"/>
                </a:cubicBezTo>
                <a:cubicBezTo>
                  <a:pt x="4008230" y="919993"/>
                  <a:pt x="4002586" y="928051"/>
                  <a:pt x="4004968" y="935724"/>
                </a:cubicBezTo>
                <a:cubicBezTo>
                  <a:pt x="4009467" y="949597"/>
                  <a:pt x="4023225" y="960089"/>
                  <a:pt x="4025506" y="977128"/>
                </a:cubicBezTo>
                <a:cubicBezTo>
                  <a:pt x="4024480" y="984129"/>
                  <a:pt x="4023253" y="991420"/>
                  <a:pt x="4021937" y="998219"/>
                </a:cubicBezTo>
                <a:cubicBezTo>
                  <a:pt x="4053100" y="1041058"/>
                  <a:pt x="4058380" y="1087647"/>
                  <a:pt x="4084498" y="1133386"/>
                </a:cubicBezTo>
                <a:cubicBezTo>
                  <a:pt x="4082765" y="1164771"/>
                  <a:pt x="4096244" y="1197801"/>
                  <a:pt x="4122150" y="1221087"/>
                </a:cubicBezTo>
                <a:cubicBezTo>
                  <a:pt x="4149423" y="1267635"/>
                  <a:pt x="4144154" y="1323138"/>
                  <a:pt x="4172059" y="1367555"/>
                </a:cubicBezTo>
                <a:cubicBezTo>
                  <a:pt x="4168212" y="1411185"/>
                  <a:pt x="4173589" y="1448407"/>
                  <a:pt x="4185949" y="1483655"/>
                </a:cubicBezTo>
                <a:cubicBezTo>
                  <a:pt x="4180822" y="1490359"/>
                  <a:pt x="4176393" y="1482539"/>
                  <a:pt x="4171012" y="1492068"/>
                </a:cubicBezTo>
                <a:cubicBezTo>
                  <a:pt x="4182668" y="1504949"/>
                  <a:pt x="4174957" y="1518422"/>
                  <a:pt x="4178502" y="1531198"/>
                </a:cubicBezTo>
                <a:cubicBezTo>
                  <a:pt x="4198498" y="1528471"/>
                  <a:pt x="4237144" y="1526793"/>
                  <a:pt x="4234966" y="1551433"/>
                </a:cubicBezTo>
                <a:cubicBezTo>
                  <a:pt x="4234459" y="1542930"/>
                  <a:pt x="4251951" y="1543168"/>
                  <a:pt x="4254271" y="1549081"/>
                </a:cubicBezTo>
                <a:cubicBezTo>
                  <a:pt x="4239890" y="1545016"/>
                  <a:pt x="4247956" y="1551950"/>
                  <a:pt x="4239879" y="1554873"/>
                </a:cubicBezTo>
                <a:cubicBezTo>
                  <a:pt x="4251045" y="1567838"/>
                  <a:pt x="4265784" y="1578159"/>
                  <a:pt x="4286866" y="1584342"/>
                </a:cubicBezTo>
                <a:cubicBezTo>
                  <a:pt x="4284120" y="1598719"/>
                  <a:pt x="4265232" y="1576485"/>
                  <a:pt x="4264388" y="1588763"/>
                </a:cubicBezTo>
                <a:cubicBezTo>
                  <a:pt x="4299605" y="1606130"/>
                  <a:pt x="4334908" y="1623987"/>
                  <a:pt x="4373296" y="1639286"/>
                </a:cubicBezTo>
                <a:cubicBezTo>
                  <a:pt x="4339196" y="1601254"/>
                  <a:pt x="4287428" y="1576157"/>
                  <a:pt x="4271980" y="1525022"/>
                </a:cubicBezTo>
                <a:cubicBezTo>
                  <a:pt x="4299055" y="1525107"/>
                  <a:pt x="4305554" y="1560111"/>
                  <a:pt x="4324023" y="1574330"/>
                </a:cubicBezTo>
                <a:cubicBezTo>
                  <a:pt x="4355227" y="1603579"/>
                  <a:pt x="4389396" y="1638281"/>
                  <a:pt x="4437284" y="1659186"/>
                </a:cubicBezTo>
                <a:lnTo>
                  <a:pt x="4440733" y="1660203"/>
                </a:lnTo>
                <a:lnTo>
                  <a:pt x="4311269" y="1660203"/>
                </a:lnTo>
                <a:lnTo>
                  <a:pt x="4255869" y="1650139"/>
                </a:lnTo>
                <a:lnTo>
                  <a:pt x="4275711" y="1660203"/>
                </a:lnTo>
                <a:lnTo>
                  <a:pt x="4237601" y="1660203"/>
                </a:lnTo>
                <a:lnTo>
                  <a:pt x="4201448" y="1644204"/>
                </a:lnTo>
                <a:cubicBezTo>
                  <a:pt x="4194048" y="1638164"/>
                  <a:pt x="4209807" y="1637188"/>
                  <a:pt x="4203133" y="1633802"/>
                </a:cubicBezTo>
                <a:cubicBezTo>
                  <a:pt x="4187641" y="1622097"/>
                  <a:pt x="4176390" y="1641241"/>
                  <a:pt x="4161350" y="1640575"/>
                </a:cubicBezTo>
                <a:cubicBezTo>
                  <a:pt x="4169417" y="1647510"/>
                  <a:pt x="4154069" y="1652204"/>
                  <a:pt x="4159411" y="1653800"/>
                </a:cubicBezTo>
                <a:cubicBezTo>
                  <a:pt x="4166252" y="1653872"/>
                  <a:pt x="4185630" y="1643421"/>
                  <a:pt x="4186003" y="1658266"/>
                </a:cubicBezTo>
                <a:cubicBezTo>
                  <a:pt x="4177529" y="1656836"/>
                  <a:pt x="4170326" y="1657127"/>
                  <a:pt x="4163910" y="1658486"/>
                </a:cubicBezTo>
                <a:lnTo>
                  <a:pt x="4159406" y="1660203"/>
                </a:lnTo>
                <a:lnTo>
                  <a:pt x="4117678" y="1660203"/>
                </a:lnTo>
                <a:lnTo>
                  <a:pt x="4119669" y="1657660"/>
                </a:lnTo>
                <a:cubicBezTo>
                  <a:pt x="4127964" y="1650118"/>
                  <a:pt x="4138422" y="1643179"/>
                  <a:pt x="4137964" y="1637068"/>
                </a:cubicBezTo>
                <a:cubicBezTo>
                  <a:pt x="4121605" y="1624755"/>
                  <a:pt x="4109322" y="1632454"/>
                  <a:pt x="4094151" y="1638130"/>
                </a:cubicBezTo>
                <a:lnTo>
                  <a:pt x="4088214" y="1660203"/>
                </a:lnTo>
                <a:lnTo>
                  <a:pt x="4068502" y="1660203"/>
                </a:lnTo>
                <a:lnTo>
                  <a:pt x="4068928" y="1656928"/>
                </a:lnTo>
                <a:cubicBezTo>
                  <a:pt x="4064539" y="1656429"/>
                  <a:pt x="4060065" y="1655440"/>
                  <a:pt x="4055676" y="1654941"/>
                </a:cubicBezTo>
                <a:cubicBezTo>
                  <a:pt x="4057403" y="1651860"/>
                  <a:pt x="4059883" y="1650165"/>
                  <a:pt x="4064559" y="1650866"/>
                </a:cubicBezTo>
                <a:cubicBezTo>
                  <a:pt x="4052597" y="1643348"/>
                  <a:pt x="4049131" y="1626766"/>
                  <a:pt x="4037966" y="1613802"/>
                </a:cubicBezTo>
                <a:cubicBezTo>
                  <a:pt x="4024315" y="1598238"/>
                  <a:pt x="3999880" y="1588849"/>
                  <a:pt x="3997179" y="1563795"/>
                </a:cubicBezTo>
                <a:cubicBezTo>
                  <a:pt x="3973917" y="1549652"/>
                  <a:pt x="3953740" y="1532951"/>
                  <a:pt x="3938137" y="1507871"/>
                </a:cubicBezTo>
                <a:cubicBezTo>
                  <a:pt x="3852980" y="1438807"/>
                  <a:pt x="3769207" y="1368996"/>
                  <a:pt x="3671049" y="1309272"/>
                </a:cubicBezTo>
                <a:cubicBezTo>
                  <a:pt x="3714194" y="1321468"/>
                  <a:pt x="3766362" y="1360141"/>
                  <a:pt x="3787099" y="1382811"/>
                </a:cubicBezTo>
                <a:cubicBezTo>
                  <a:pt x="3875484" y="1433118"/>
                  <a:pt x="3941039" y="1500038"/>
                  <a:pt x="4011062" y="1563652"/>
                </a:cubicBezTo>
                <a:cubicBezTo>
                  <a:pt x="4027041" y="1589423"/>
                  <a:pt x="4053485" y="1624238"/>
                  <a:pt x="4072533" y="1638863"/>
                </a:cubicBezTo>
                <a:cubicBezTo>
                  <a:pt x="4077187" y="1626681"/>
                  <a:pt x="4070008" y="1614791"/>
                  <a:pt x="4058991" y="1604075"/>
                </a:cubicBezTo>
                <a:cubicBezTo>
                  <a:pt x="4050674" y="1553213"/>
                  <a:pt x="4002460" y="1531034"/>
                  <a:pt x="3976183" y="1492904"/>
                </a:cubicBezTo>
                <a:cubicBezTo>
                  <a:pt x="3965330" y="1493027"/>
                  <a:pt x="3966785" y="1484180"/>
                  <a:pt x="3955645" y="1484100"/>
                </a:cubicBezTo>
                <a:cubicBezTo>
                  <a:pt x="3953264" y="1476428"/>
                  <a:pt x="3944628" y="1473382"/>
                  <a:pt x="3945418" y="1463642"/>
                </a:cubicBezTo>
                <a:cubicBezTo>
                  <a:pt x="3919913" y="1453934"/>
                  <a:pt x="3905825" y="1435919"/>
                  <a:pt x="3880811" y="1426124"/>
                </a:cubicBezTo>
                <a:cubicBezTo>
                  <a:pt x="3877518" y="1424677"/>
                  <a:pt x="3879587" y="1419262"/>
                  <a:pt x="3879868" y="1415170"/>
                </a:cubicBezTo>
                <a:cubicBezTo>
                  <a:pt x="3871126" y="1417199"/>
                  <a:pt x="3860018" y="1420143"/>
                  <a:pt x="3859075" y="1409189"/>
                </a:cubicBezTo>
                <a:cubicBezTo>
                  <a:pt x="3887796" y="1409998"/>
                  <a:pt x="3905616" y="1431912"/>
                  <a:pt x="3932109" y="1445745"/>
                </a:cubicBezTo>
                <a:cubicBezTo>
                  <a:pt x="3917146" y="1422828"/>
                  <a:pt x="3910825" y="1407250"/>
                  <a:pt x="3891033" y="1395536"/>
                </a:cubicBezTo>
                <a:cubicBezTo>
                  <a:pt x="3881792" y="1393355"/>
                  <a:pt x="3901413" y="1389936"/>
                  <a:pt x="3892374" y="1387468"/>
                </a:cubicBezTo>
                <a:cubicBezTo>
                  <a:pt x="3869255" y="1371279"/>
                  <a:pt x="3859633" y="1349959"/>
                  <a:pt x="3840874" y="1335537"/>
                </a:cubicBezTo>
                <a:cubicBezTo>
                  <a:pt x="3837269" y="1321002"/>
                  <a:pt x="3826226" y="1311555"/>
                  <a:pt x="3831846" y="1290612"/>
                </a:cubicBezTo>
                <a:cubicBezTo>
                  <a:pt x="3808444" y="1278516"/>
                  <a:pt x="3810640" y="1248312"/>
                  <a:pt x="3776920" y="1243574"/>
                </a:cubicBezTo>
                <a:cubicBezTo>
                  <a:pt x="3770851" y="1239324"/>
                  <a:pt x="3788894" y="1241235"/>
                  <a:pt x="3786943" y="1231719"/>
                </a:cubicBezTo>
                <a:cubicBezTo>
                  <a:pt x="3766555" y="1211010"/>
                  <a:pt x="3751217" y="1187401"/>
                  <a:pt x="3710680" y="1181322"/>
                </a:cubicBezTo>
                <a:cubicBezTo>
                  <a:pt x="3729340" y="1205111"/>
                  <a:pt x="3760199" y="1206559"/>
                  <a:pt x="3773146" y="1232353"/>
                </a:cubicBezTo>
                <a:cubicBezTo>
                  <a:pt x="3720313" y="1225384"/>
                  <a:pt x="3686507" y="1173403"/>
                  <a:pt x="3622057" y="1175027"/>
                </a:cubicBezTo>
                <a:cubicBezTo>
                  <a:pt x="3625532" y="1181751"/>
                  <a:pt x="3642297" y="1179335"/>
                  <a:pt x="3650934" y="1182380"/>
                </a:cubicBezTo>
                <a:cubicBezTo>
                  <a:pt x="3636328" y="1198317"/>
                  <a:pt x="3597381" y="1177051"/>
                  <a:pt x="3576106" y="1175451"/>
                </a:cubicBezTo>
                <a:cubicBezTo>
                  <a:pt x="3572829" y="1182593"/>
                  <a:pt x="3578688" y="1182835"/>
                  <a:pt x="3576506" y="1189027"/>
                </a:cubicBezTo>
                <a:cubicBezTo>
                  <a:pt x="3564927" y="1186496"/>
                  <a:pt x="3556720" y="1181608"/>
                  <a:pt x="3548716" y="1176432"/>
                </a:cubicBezTo>
                <a:cubicBezTo>
                  <a:pt x="3462126" y="1161696"/>
                  <a:pt x="3404696" y="1150221"/>
                  <a:pt x="3327621" y="1129279"/>
                </a:cubicBezTo>
                <a:cubicBezTo>
                  <a:pt x="3317942" y="1124647"/>
                  <a:pt x="3316306" y="1114065"/>
                  <a:pt x="3306139" y="1109520"/>
                </a:cubicBezTo>
                <a:cubicBezTo>
                  <a:pt x="3217203" y="1090139"/>
                  <a:pt x="3153777" y="1052162"/>
                  <a:pt x="3099578" y="1007777"/>
                </a:cubicBezTo>
                <a:cubicBezTo>
                  <a:pt x="3098152" y="1001203"/>
                  <a:pt x="3090182" y="999053"/>
                  <a:pt x="3094520" y="987937"/>
                </a:cubicBezTo>
                <a:cubicBezTo>
                  <a:pt x="3063794" y="980148"/>
                  <a:pt x="3051471" y="947927"/>
                  <a:pt x="3050161" y="926422"/>
                </a:cubicBezTo>
                <a:cubicBezTo>
                  <a:pt x="3020233" y="913188"/>
                  <a:pt x="3012518" y="875615"/>
                  <a:pt x="2990976" y="854098"/>
                </a:cubicBezTo>
                <a:cubicBezTo>
                  <a:pt x="2984557" y="847887"/>
                  <a:pt x="2975202" y="846484"/>
                  <a:pt x="2968897" y="839495"/>
                </a:cubicBezTo>
                <a:cubicBezTo>
                  <a:pt x="2954843" y="824508"/>
                  <a:pt x="2947123" y="801087"/>
                  <a:pt x="2933277" y="790105"/>
                </a:cubicBezTo>
                <a:cubicBezTo>
                  <a:pt x="2924721" y="783256"/>
                  <a:pt x="2915603" y="784593"/>
                  <a:pt x="2907825" y="777860"/>
                </a:cubicBezTo>
                <a:cubicBezTo>
                  <a:pt x="2903894" y="774250"/>
                  <a:pt x="2910332" y="774897"/>
                  <a:pt x="2910997" y="775791"/>
                </a:cubicBezTo>
                <a:cubicBezTo>
                  <a:pt x="2906163" y="768546"/>
                  <a:pt x="2902993" y="770615"/>
                  <a:pt x="2899088" y="765737"/>
                </a:cubicBezTo>
                <a:cubicBezTo>
                  <a:pt x="2891855" y="756383"/>
                  <a:pt x="2888801" y="743521"/>
                  <a:pt x="2877750" y="729778"/>
                </a:cubicBezTo>
                <a:cubicBezTo>
                  <a:pt x="2864992" y="713553"/>
                  <a:pt x="2845111" y="701349"/>
                  <a:pt x="2849126" y="687003"/>
                </a:cubicBezTo>
                <a:cubicBezTo>
                  <a:pt x="2835025" y="678845"/>
                  <a:pt x="2835668" y="666856"/>
                  <a:pt x="2828189" y="664622"/>
                </a:cubicBezTo>
                <a:cubicBezTo>
                  <a:pt x="2837212" y="658500"/>
                  <a:pt x="2846510" y="676592"/>
                  <a:pt x="2855035" y="666262"/>
                </a:cubicBezTo>
                <a:cubicBezTo>
                  <a:pt x="2853996" y="650522"/>
                  <a:pt x="2824875" y="636137"/>
                  <a:pt x="2834096" y="611281"/>
                </a:cubicBezTo>
                <a:cubicBezTo>
                  <a:pt x="2828141" y="606254"/>
                  <a:pt x="2819706" y="602922"/>
                  <a:pt x="2814445" y="597521"/>
                </a:cubicBezTo>
                <a:cubicBezTo>
                  <a:pt x="2817004" y="592022"/>
                  <a:pt x="2808193" y="587997"/>
                  <a:pt x="2818414" y="590006"/>
                </a:cubicBezTo>
                <a:cubicBezTo>
                  <a:pt x="2788315" y="561639"/>
                  <a:pt x="2778731" y="529193"/>
                  <a:pt x="2741607" y="509632"/>
                </a:cubicBezTo>
                <a:cubicBezTo>
                  <a:pt x="2743641" y="501191"/>
                  <a:pt x="2734750" y="500971"/>
                  <a:pt x="2737093" y="487169"/>
                </a:cubicBezTo>
                <a:cubicBezTo>
                  <a:pt x="2727597" y="487813"/>
                  <a:pt x="2726346" y="482219"/>
                  <a:pt x="2722010" y="479183"/>
                </a:cubicBezTo>
                <a:cubicBezTo>
                  <a:pt x="2703088" y="453924"/>
                  <a:pt x="2682983" y="429122"/>
                  <a:pt x="2654232" y="411135"/>
                </a:cubicBezTo>
                <a:cubicBezTo>
                  <a:pt x="2611736" y="358645"/>
                  <a:pt x="2541592" y="324114"/>
                  <a:pt x="2481769" y="282226"/>
                </a:cubicBezTo>
                <a:cubicBezTo>
                  <a:pt x="2474832" y="277368"/>
                  <a:pt x="2459557" y="273966"/>
                  <a:pt x="2460287" y="262466"/>
                </a:cubicBezTo>
                <a:cubicBezTo>
                  <a:pt x="2443960" y="267332"/>
                  <a:pt x="2413036" y="245678"/>
                  <a:pt x="2399707" y="233344"/>
                </a:cubicBezTo>
                <a:cubicBezTo>
                  <a:pt x="2332069" y="195848"/>
                  <a:pt x="2243620" y="157935"/>
                  <a:pt x="2152963" y="160082"/>
                </a:cubicBezTo>
                <a:cubicBezTo>
                  <a:pt x="2077660" y="161829"/>
                  <a:pt x="1994397" y="151567"/>
                  <a:pt x="1922677" y="154964"/>
                </a:cubicBezTo>
                <a:cubicBezTo>
                  <a:pt x="1718769" y="164457"/>
                  <a:pt x="1495029" y="154913"/>
                  <a:pt x="1333899" y="212802"/>
                </a:cubicBezTo>
                <a:cubicBezTo>
                  <a:pt x="1325438" y="210737"/>
                  <a:pt x="1322012" y="215629"/>
                  <a:pt x="1312221" y="211777"/>
                </a:cubicBezTo>
                <a:cubicBezTo>
                  <a:pt x="1286710" y="230373"/>
                  <a:pt x="1244543" y="232158"/>
                  <a:pt x="1190009" y="227002"/>
                </a:cubicBezTo>
                <a:cubicBezTo>
                  <a:pt x="1146502" y="222702"/>
                  <a:pt x="1099762" y="232867"/>
                  <a:pt x="1066853" y="231270"/>
                </a:cubicBezTo>
                <a:cubicBezTo>
                  <a:pt x="1008458" y="228556"/>
                  <a:pt x="979169" y="184885"/>
                  <a:pt x="936557" y="179926"/>
                </a:cubicBezTo>
                <a:cubicBezTo>
                  <a:pt x="933838" y="193035"/>
                  <a:pt x="942262" y="206225"/>
                  <a:pt x="951638" y="220511"/>
                </a:cubicBezTo>
                <a:cubicBezTo>
                  <a:pt x="995598" y="235850"/>
                  <a:pt x="1012279" y="251391"/>
                  <a:pt x="1047549" y="266222"/>
                </a:cubicBezTo>
                <a:cubicBezTo>
                  <a:pt x="1001090" y="272294"/>
                  <a:pt x="971196" y="229487"/>
                  <a:pt x="938787" y="232100"/>
                </a:cubicBezTo>
                <a:cubicBezTo>
                  <a:pt x="932555" y="249612"/>
                  <a:pt x="941890" y="256578"/>
                  <a:pt x="956298" y="259375"/>
                </a:cubicBezTo>
                <a:cubicBezTo>
                  <a:pt x="954809" y="265194"/>
                  <a:pt x="944779" y="258601"/>
                  <a:pt x="939874" y="259456"/>
                </a:cubicBezTo>
                <a:cubicBezTo>
                  <a:pt x="946370" y="276014"/>
                  <a:pt x="968749" y="280961"/>
                  <a:pt x="977635" y="295332"/>
                </a:cubicBezTo>
                <a:cubicBezTo>
                  <a:pt x="1080440" y="338579"/>
                  <a:pt x="1192207" y="373947"/>
                  <a:pt x="1314892" y="396799"/>
                </a:cubicBezTo>
                <a:cubicBezTo>
                  <a:pt x="1299263" y="405586"/>
                  <a:pt x="1275895" y="396516"/>
                  <a:pt x="1258570" y="392963"/>
                </a:cubicBezTo>
                <a:cubicBezTo>
                  <a:pt x="1169030" y="374447"/>
                  <a:pt x="1065994" y="346908"/>
                  <a:pt x="996488" y="314539"/>
                </a:cubicBezTo>
                <a:cubicBezTo>
                  <a:pt x="970917" y="298778"/>
                  <a:pt x="952104" y="286892"/>
                  <a:pt x="928710" y="279090"/>
                </a:cubicBezTo>
                <a:cubicBezTo>
                  <a:pt x="925148" y="304476"/>
                  <a:pt x="924034" y="310987"/>
                  <a:pt x="922005" y="337876"/>
                </a:cubicBezTo>
                <a:cubicBezTo>
                  <a:pt x="1030609" y="412206"/>
                  <a:pt x="1226667" y="436680"/>
                  <a:pt x="1377248" y="467054"/>
                </a:cubicBezTo>
                <a:cubicBezTo>
                  <a:pt x="1221276" y="456066"/>
                  <a:pt x="1047215" y="417399"/>
                  <a:pt x="924233" y="357451"/>
                </a:cubicBezTo>
                <a:cubicBezTo>
                  <a:pt x="918223" y="369113"/>
                  <a:pt x="914997" y="373718"/>
                  <a:pt x="919523" y="386323"/>
                </a:cubicBezTo>
                <a:cubicBezTo>
                  <a:pt x="959082" y="411020"/>
                  <a:pt x="1007376" y="429394"/>
                  <a:pt x="1041285" y="457855"/>
                </a:cubicBezTo>
                <a:cubicBezTo>
                  <a:pt x="1156716" y="508442"/>
                  <a:pt x="1304746" y="548801"/>
                  <a:pt x="1450321" y="573204"/>
                </a:cubicBezTo>
                <a:lnTo>
                  <a:pt x="1583725" y="590755"/>
                </a:lnTo>
                <a:lnTo>
                  <a:pt x="1473389" y="582655"/>
                </a:lnTo>
                <a:cubicBezTo>
                  <a:pt x="1306133" y="562773"/>
                  <a:pt x="1126721" y="518216"/>
                  <a:pt x="1007722" y="445506"/>
                </a:cubicBezTo>
                <a:cubicBezTo>
                  <a:pt x="987481" y="441199"/>
                  <a:pt x="978051" y="429448"/>
                  <a:pt x="959394" y="424106"/>
                </a:cubicBezTo>
                <a:cubicBezTo>
                  <a:pt x="957093" y="412630"/>
                  <a:pt x="946294" y="410215"/>
                  <a:pt x="936518" y="414951"/>
                </a:cubicBezTo>
                <a:cubicBezTo>
                  <a:pt x="965525" y="462713"/>
                  <a:pt x="1036376" y="505461"/>
                  <a:pt x="1082933" y="536774"/>
                </a:cubicBezTo>
                <a:cubicBezTo>
                  <a:pt x="1161512" y="560485"/>
                  <a:pt x="1255440" y="593653"/>
                  <a:pt x="1359151" y="612229"/>
                </a:cubicBezTo>
                <a:cubicBezTo>
                  <a:pt x="1497049" y="636727"/>
                  <a:pt x="1668681" y="656106"/>
                  <a:pt x="1829440" y="681170"/>
                </a:cubicBezTo>
                <a:cubicBezTo>
                  <a:pt x="1805044" y="693254"/>
                  <a:pt x="1783402" y="681103"/>
                  <a:pt x="1759325" y="677969"/>
                </a:cubicBezTo>
                <a:cubicBezTo>
                  <a:pt x="1536411" y="647560"/>
                  <a:pt x="1271547" y="627236"/>
                  <a:pt x="1081590" y="544841"/>
                </a:cubicBezTo>
                <a:cubicBezTo>
                  <a:pt x="1090276" y="559501"/>
                  <a:pt x="1094985" y="577381"/>
                  <a:pt x="1116267" y="583276"/>
                </a:cubicBezTo>
                <a:cubicBezTo>
                  <a:pt x="1129911" y="594545"/>
                  <a:pt x="1137901" y="623731"/>
                  <a:pt x="1157055" y="633283"/>
                </a:cubicBezTo>
                <a:cubicBezTo>
                  <a:pt x="1222058" y="665931"/>
                  <a:pt x="1282137" y="704995"/>
                  <a:pt x="1361874" y="729516"/>
                </a:cubicBezTo>
                <a:cubicBezTo>
                  <a:pt x="1439964" y="753313"/>
                  <a:pt x="1524653" y="770150"/>
                  <a:pt x="1598902" y="776673"/>
                </a:cubicBezTo>
                <a:cubicBezTo>
                  <a:pt x="1657251" y="800371"/>
                  <a:pt x="1744049" y="786515"/>
                  <a:pt x="1789038" y="813298"/>
                </a:cubicBezTo>
                <a:cubicBezTo>
                  <a:pt x="1694975" y="800622"/>
                  <a:pt x="1585838" y="798407"/>
                  <a:pt x="1493514" y="772794"/>
                </a:cubicBezTo>
                <a:cubicBezTo>
                  <a:pt x="1484763" y="770527"/>
                  <a:pt x="1477101" y="763017"/>
                  <a:pt x="1468352" y="760751"/>
                </a:cubicBezTo>
                <a:cubicBezTo>
                  <a:pt x="1438606" y="752791"/>
                  <a:pt x="1400276" y="753403"/>
                  <a:pt x="1370157" y="744752"/>
                </a:cubicBezTo>
                <a:cubicBezTo>
                  <a:pt x="1301279" y="724404"/>
                  <a:pt x="1242688" y="693672"/>
                  <a:pt x="1181363" y="667460"/>
                </a:cubicBezTo>
                <a:cubicBezTo>
                  <a:pt x="1200910" y="718892"/>
                  <a:pt x="1239711" y="756356"/>
                  <a:pt x="1268685" y="801092"/>
                </a:cubicBezTo>
                <a:cubicBezTo>
                  <a:pt x="1266272" y="822994"/>
                  <a:pt x="1273774" y="838112"/>
                  <a:pt x="1288426" y="847943"/>
                </a:cubicBezTo>
                <a:cubicBezTo>
                  <a:pt x="1284107" y="853497"/>
                  <a:pt x="1288030" y="852813"/>
                  <a:pt x="1283658" y="860903"/>
                </a:cubicBezTo>
                <a:cubicBezTo>
                  <a:pt x="1320549" y="910326"/>
                  <a:pt x="1376845" y="933875"/>
                  <a:pt x="1441693" y="959980"/>
                </a:cubicBezTo>
                <a:cubicBezTo>
                  <a:pt x="1462000" y="984493"/>
                  <a:pt x="1498881" y="997020"/>
                  <a:pt x="1515526" y="1023688"/>
                </a:cubicBezTo>
                <a:cubicBezTo>
                  <a:pt x="1586799" y="1060298"/>
                  <a:pt x="1669891" y="1088024"/>
                  <a:pt x="1760043" y="1109973"/>
                </a:cubicBezTo>
                <a:cubicBezTo>
                  <a:pt x="1970785" y="1161456"/>
                  <a:pt x="2187226" y="1155593"/>
                  <a:pt x="2366230" y="1214879"/>
                </a:cubicBezTo>
                <a:cubicBezTo>
                  <a:pt x="2315420" y="1209326"/>
                  <a:pt x="2191054" y="1182724"/>
                  <a:pt x="2100724" y="1173947"/>
                </a:cubicBezTo>
                <a:cubicBezTo>
                  <a:pt x="2242873" y="1219437"/>
                  <a:pt x="2380244" y="1255146"/>
                  <a:pt x="2506899" y="1303082"/>
                </a:cubicBezTo>
                <a:cubicBezTo>
                  <a:pt x="2419396" y="1294571"/>
                  <a:pt x="2339051" y="1252466"/>
                  <a:pt x="2254985" y="1229204"/>
                </a:cubicBezTo>
                <a:cubicBezTo>
                  <a:pt x="2195900" y="1212710"/>
                  <a:pt x="2134308" y="1199178"/>
                  <a:pt x="2067280" y="1179268"/>
                </a:cubicBezTo>
                <a:cubicBezTo>
                  <a:pt x="2057084" y="1175989"/>
                  <a:pt x="2078272" y="1177100"/>
                  <a:pt x="2068079" y="1173822"/>
                </a:cubicBezTo>
                <a:cubicBezTo>
                  <a:pt x="1962822" y="1163602"/>
                  <a:pt x="1866707" y="1132332"/>
                  <a:pt x="1779695" y="1123733"/>
                </a:cubicBezTo>
                <a:cubicBezTo>
                  <a:pt x="1770139" y="1122619"/>
                  <a:pt x="1759181" y="1127813"/>
                  <a:pt x="1749423" y="1126985"/>
                </a:cubicBezTo>
                <a:cubicBezTo>
                  <a:pt x="1742985" y="1126339"/>
                  <a:pt x="1737864" y="1118892"/>
                  <a:pt x="1731714" y="1118447"/>
                </a:cubicBezTo>
                <a:cubicBezTo>
                  <a:pt x="1718724" y="1117930"/>
                  <a:pt x="1689018" y="1131443"/>
                  <a:pt x="1674850" y="1117233"/>
                </a:cubicBezTo>
                <a:cubicBezTo>
                  <a:pt x="1685809" y="1112039"/>
                  <a:pt x="1703799" y="1116486"/>
                  <a:pt x="1716378" y="1113284"/>
                </a:cubicBezTo>
                <a:cubicBezTo>
                  <a:pt x="1665088" y="1097958"/>
                  <a:pt x="1607405" y="1075155"/>
                  <a:pt x="1546236" y="1055486"/>
                </a:cubicBezTo>
                <a:cubicBezTo>
                  <a:pt x="1553337" y="1071181"/>
                  <a:pt x="1575715" y="1076127"/>
                  <a:pt x="1577743" y="1095990"/>
                </a:cubicBezTo>
                <a:cubicBezTo>
                  <a:pt x="1611389" y="1122981"/>
                  <a:pt x="1645981" y="1146774"/>
                  <a:pt x="1673601" y="1176837"/>
                </a:cubicBezTo>
                <a:cubicBezTo>
                  <a:pt x="1690605" y="1195607"/>
                  <a:pt x="1699025" y="1222948"/>
                  <a:pt x="1724014" y="1234012"/>
                </a:cubicBezTo>
                <a:cubicBezTo>
                  <a:pt x="1722248" y="1248217"/>
                  <a:pt x="1754069" y="1255057"/>
                  <a:pt x="1758689" y="1272447"/>
                </a:cubicBezTo>
                <a:cubicBezTo>
                  <a:pt x="1794618" y="1283878"/>
                  <a:pt x="1805786" y="1315289"/>
                  <a:pt x="1832523" y="1336156"/>
                </a:cubicBezTo>
                <a:cubicBezTo>
                  <a:pt x="1856572" y="1354710"/>
                  <a:pt x="1890985" y="1359076"/>
                  <a:pt x="1924861" y="1370358"/>
                </a:cubicBezTo>
                <a:cubicBezTo>
                  <a:pt x="1948546" y="1378363"/>
                  <a:pt x="1966699" y="1393648"/>
                  <a:pt x="1988272" y="1399746"/>
                </a:cubicBezTo>
                <a:cubicBezTo>
                  <a:pt x="1999615" y="1399539"/>
                  <a:pt x="1991211" y="1413385"/>
                  <a:pt x="2002265" y="1412976"/>
                </a:cubicBezTo>
                <a:cubicBezTo>
                  <a:pt x="2049859" y="1394829"/>
                  <a:pt x="2107157" y="1412646"/>
                  <a:pt x="2153898" y="1435080"/>
                </a:cubicBezTo>
                <a:cubicBezTo>
                  <a:pt x="2165163" y="1438678"/>
                  <a:pt x="2167021" y="1429257"/>
                  <a:pt x="2176376" y="1430659"/>
                </a:cubicBezTo>
                <a:cubicBezTo>
                  <a:pt x="2229776" y="1447892"/>
                  <a:pt x="2276659" y="1468280"/>
                  <a:pt x="2331980" y="1477849"/>
                </a:cubicBezTo>
                <a:cubicBezTo>
                  <a:pt x="2377657" y="1485813"/>
                  <a:pt x="2424915" y="1474295"/>
                  <a:pt x="2470215" y="1481566"/>
                </a:cubicBezTo>
                <a:cubicBezTo>
                  <a:pt x="2511618" y="1488252"/>
                  <a:pt x="2544278" y="1496966"/>
                  <a:pt x="2582804" y="1491772"/>
                </a:cubicBezTo>
                <a:cubicBezTo>
                  <a:pt x="2650241" y="1482803"/>
                  <a:pt x="2726700" y="1481867"/>
                  <a:pt x="2787238" y="1471069"/>
                </a:cubicBezTo>
                <a:cubicBezTo>
                  <a:pt x="2774872" y="1464126"/>
                  <a:pt x="2760543" y="1457523"/>
                  <a:pt x="2744622" y="1447663"/>
                </a:cubicBezTo>
                <a:cubicBezTo>
                  <a:pt x="2760555" y="1447666"/>
                  <a:pt x="2797158" y="1450135"/>
                  <a:pt x="2799546" y="1462101"/>
                </a:cubicBezTo>
                <a:cubicBezTo>
                  <a:pt x="2885736" y="1463260"/>
                  <a:pt x="2968421" y="1473117"/>
                  <a:pt x="3052998" y="1476578"/>
                </a:cubicBezTo>
                <a:cubicBezTo>
                  <a:pt x="3101263" y="1463620"/>
                  <a:pt x="3177354" y="1466286"/>
                  <a:pt x="3237386" y="1479583"/>
                </a:cubicBezTo>
                <a:cubicBezTo>
                  <a:pt x="3254509" y="1483423"/>
                  <a:pt x="3273803" y="1490929"/>
                  <a:pt x="3285713" y="1500983"/>
                </a:cubicBezTo>
                <a:cubicBezTo>
                  <a:pt x="3304268" y="1497247"/>
                  <a:pt x="3315634" y="1509924"/>
                  <a:pt x="3332555" y="1514051"/>
                </a:cubicBezTo>
                <a:cubicBezTo>
                  <a:pt x="3293479" y="1517573"/>
                  <a:pt x="3239014" y="1485871"/>
                  <a:pt x="3188316" y="1479538"/>
                </a:cubicBezTo>
                <a:cubicBezTo>
                  <a:pt x="3088685" y="1466822"/>
                  <a:pt x="2989103" y="1498322"/>
                  <a:pt x="2893084" y="1471836"/>
                </a:cubicBezTo>
                <a:cubicBezTo>
                  <a:pt x="2954242" y="1501362"/>
                  <a:pt x="3019415" y="1516544"/>
                  <a:pt x="3092444" y="1534652"/>
                </a:cubicBezTo>
                <a:cubicBezTo>
                  <a:pt x="3065898" y="1523355"/>
                  <a:pt x="3042596" y="1501892"/>
                  <a:pt x="3007646" y="1504443"/>
                </a:cubicBezTo>
                <a:cubicBezTo>
                  <a:pt x="3010302" y="1489575"/>
                  <a:pt x="3036149" y="1496950"/>
                  <a:pt x="3046546" y="1499940"/>
                </a:cubicBezTo>
                <a:cubicBezTo>
                  <a:pt x="3085014" y="1511434"/>
                  <a:pt x="3121698" y="1542696"/>
                  <a:pt x="3170790" y="1555625"/>
                </a:cubicBezTo>
                <a:cubicBezTo>
                  <a:pt x="3219102" y="1568436"/>
                  <a:pt x="3278449" y="1586400"/>
                  <a:pt x="3336417" y="1590960"/>
                </a:cubicBezTo>
                <a:cubicBezTo>
                  <a:pt x="3389794" y="1595308"/>
                  <a:pt x="3429511" y="1579797"/>
                  <a:pt x="3476192" y="1567874"/>
                </a:cubicBezTo>
                <a:cubicBezTo>
                  <a:pt x="3606163" y="1518193"/>
                  <a:pt x="3801846" y="1541975"/>
                  <a:pt x="3945681" y="1609661"/>
                </a:cubicBezTo>
                <a:cubicBezTo>
                  <a:pt x="3951489" y="1612441"/>
                  <a:pt x="3956409" y="1620175"/>
                  <a:pt x="3962504" y="1623156"/>
                </a:cubicBezTo>
                <a:cubicBezTo>
                  <a:pt x="3969467" y="1626745"/>
                  <a:pt x="3977403" y="1625868"/>
                  <a:pt x="3983298" y="1629138"/>
                </a:cubicBezTo>
                <a:cubicBezTo>
                  <a:pt x="3993483" y="1635197"/>
                  <a:pt x="4001717" y="1643429"/>
                  <a:pt x="4010785" y="1650315"/>
                </a:cubicBezTo>
                <a:lnTo>
                  <a:pt x="4035308" y="1660203"/>
                </a:lnTo>
                <a:lnTo>
                  <a:pt x="3970530" y="1660203"/>
                </a:lnTo>
                <a:lnTo>
                  <a:pt x="3928211" y="1637534"/>
                </a:lnTo>
                <a:cubicBezTo>
                  <a:pt x="3892755" y="1618818"/>
                  <a:pt x="3856160" y="1601881"/>
                  <a:pt x="3812765" y="1594657"/>
                </a:cubicBezTo>
                <a:cubicBezTo>
                  <a:pt x="3700302" y="1541217"/>
                  <a:pt x="3569109" y="1569882"/>
                  <a:pt x="3465834" y="1586357"/>
                </a:cubicBezTo>
                <a:cubicBezTo>
                  <a:pt x="3437152" y="1607022"/>
                  <a:pt x="3398775" y="1614464"/>
                  <a:pt x="3361731" y="1623698"/>
                </a:cubicBezTo>
                <a:cubicBezTo>
                  <a:pt x="3354504" y="1633865"/>
                  <a:pt x="3346298" y="1642702"/>
                  <a:pt x="3337313" y="1650478"/>
                </a:cubicBezTo>
                <a:lnTo>
                  <a:pt x="3323457" y="1660203"/>
                </a:lnTo>
                <a:lnTo>
                  <a:pt x="3262014" y="1660203"/>
                </a:lnTo>
                <a:lnTo>
                  <a:pt x="3252977" y="1659068"/>
                </a:lnTo>
                <a:lnTo>
                  <a:pt x="3251901" y="1660203"/>
                </a:lnTo>
                <a:lnTo>
                  <a:pt x="3105720" y="1660203"/>
                </a:lnTo>
                <a:lnTo>
                  <a:pt x="2881388" y="1641008"/>
                </a:lnTo>
                <a:cubicBezTo>
                  <a:pt x="2794049" y="1631110"/>
                  <a:pt x="2706614" y="1619428"/>
                  <a:pt x="2624346" y="1608362"/>
                </a:cubicBezTo>
                <a:cubicBezTo>
                  <a:pt x="2642358" y="1593094"/>
                  <a:pt x="2661318" y="1607228"/>
                  <a:pt x="2681209" y="1609575"/>
                </a:cubicBezTo>
                <a:cubicBezTo>
                  <a:pt x="2863983" y="1629036"/>
                  <a:pt x="3033899" y="1641638"/>
                  <a:pt x="3224039" y="1649958"/>
                </a:cubicBezTo>
                <a:cubicBezTo>
                  <a:pt x="3112787" y="1627390"/>
                  <a:pt x="3011479" y="1629370"/>
                  <a:pt x="2901671" y="1607813"/>
                </a:cubicBezTo>
                <a:cubicBezTo>
                  <a:pt x="2827492" y="1593190"/>
                  <a:pt x="2743564" y="1582034"/>
                  <a:pt x="2652587" y="1566800"/>
                </a:cubicBezTo>
                <a:cubicBezTo>
                  <a:pt x="2642568" y="1564502"/>
                  <a:pt x="2651177" y="1568815"/>
                  <a:pt x="2648617" y="1574314"/>
                </a:cubicBezTo>
                <a:cubicBezTo>
                  <a:pt x="2549848" y="1576358"/>
                  <a:pt x="2446660" y="1560723"/>
                  <a:pt x="2352439" y="1555657"/>
                </a:cubicBezTo>
                <a:cubicBezTo>
                  <a:pt x="2314653" y="1553647"/>
                  <a:pt x="2256823" y="1561194"/>
                  <a:pt x="2227600" y="1537730"/>
                </a:cubicBezTo>
                <a:cubicBezTo>
                  <a:pt x="2086538" y="1519594"/>
                  <a:pt x="1934487" y="1489476"/>
                  <a:pt x="1798405" y="1448236"/>
                </a:cubicBezTo>
                <a:cubicBezTo>
                  <a:pt x="1838987" y="1447485"/>
                  <a:pt x="1909831" y="1485937"/>
                  <a:pt x="1945125" y="1466900"/>
                </a:cubicBezTo>
                <a:cubicBezTo>
                  <a:pt x="1888440" y="1452516"/>
                  <a:pt x="1849364" y="1456038"/>
                  <a:pt x="1804603" y="1427697"/>
                </a:cubicBezTo>
                <a:cubicBezTo>
                  <a:pt x="1712618" y="1413902"/>
                  <a:pt x="1651912" y="1362817"/>
                  <a:pt x="1589958" y="1324583"/>
                </a:cubicBezTo>
                <a:cubicBezTo>
                  <a:pt x="1518238" y="1295382"/>
                  <a:pt x="1437957" y="1306082"/>
                  <a:pt x="1372035" y="1275363"/>
                </a:cubicBezTo>
                <a:cubicBezTo>
                  <a:pt x="1352968" y="1266302"/>
                  <a:pt x="1349921" y="1257736"/>
                  <a:pt x="1323706" y="1253963"/>
                </a:cubicBezTo>
                <a:cubicBezTo>
                  <a:pt x="1287358" y="1248670"/>
                  <a:pt x="1254183" y="1227158"/>
                  <a:pt x="1226708" y="1213496"/>
                </a:cubicBezTo>
                <a:cubicBezTo>
                  <a:pt x="1216741" y="1208661"/>
                  <a:pt x="1204042" y="1208347"/>
                  <a:pt x="1195747" y="1202969"/>
                </a:cubicBezTo>
                <a:cubicBezTo>
                  <a:pt x="1189476" y="1199006"/>
                  <a:pt x="1188218" y="1189118"/>
                  <a:pt x="1182351" y="1184580"/>
                </a:cubicBezTo>
                <a:cubicBezTo>
                  <a:pt x="1177438" y="1181140"/>
                  <a:pt x="1168721" y="1181900"/>
                  <a:pt x="1164387" y="1178865"/>
                </a:cubicBezTo>
                <a:cubicBezTo>
                  <a:pt x="1139506" y="1162730"/>
                  <a:pt x="1121048" y="1138653"/>
                  <a:pt x="1094380" y="1123840"/>
                </a:cubicBezTo>
                <a:cubicBezTo>
                  <a:pt x="1074453" y="1085867"/>
                  <a:pt x="1048194" y="1042174"/>
                  <a:pt x="989296" y="1049401"/>
                </a:cubicBezTo>
                <a:cubicBezTo>
                  <a:pt x="955187" y="1053828"/>
                  <a:pt x="902646" y="1065507"/>
                  <a:pt x="855575" y="1068148"/>
                </a:cubicBezTo>
                <a:cubicBezTo>
                  <a:pt x="807521" y="1070959"/>
                  <a:pt x="753863" y="1070704"/>
                  <a:pt x="716198" y="1072211"/>
                </a:cubicBezTo>
                <a:cubicBezTo>
                  <a:pt x="705718" y="1087178"/>
                  <a:pt x="671779" y="1074137"/>
                  <a:pt x="653079" y="1075626"/>
                </a:cubicBezTo>
                <a:cubicBezTo>
                  <a:pt x="644073" y="1076183"/>
                  <a:pt x="636005" y="1083401"/>
                  <a:pt x="627175" y="1084940"/>
                </a:cubicBezTo>
                <a:cubicBezTo>
                  <a:pt x="585682" y="1091916"/>
                  <a:pt x="540442" y="1086402"/>
                  <a:pt x="498510" y="1090927"/>
                </a:cubicBezTo>
                <a:cubicBezTo>
                  <a:pt x="440217" y="1097292"/>
                  <a:pt x="394004" y="1128843"/>
                  <a:pt x="350397" y="1148064"/>
                </a:cubicBezTo>
                <a:cubicBezTo>
                  <a:pt x="348644" y="1152413"/>
                  <a:pt x="351850" y="1153371"/>
                  <a:pt x="354766" y="1154126"/>
                </a:cubicBezTo>
                <a:cubicBezTo>
                  <a:pt x="337773" y="1158098"/>
                  <a:pt x="321886" y="1183862"/>
                  <a:pt x="305189" y="1192329"/>
                </a:cubicBezTo>
                <a:cubicBezTo>
                  <a:pt x="292154" y="1198644"/>
                  <a:pt x="282116" y="1201909"/>
                  <a:pt x="266434" y="1213232"/>
                </a:cubicBezTo>
                <a:cubicBezTo>
                  <a:pt x="262859" y="1215877"/>
                  <a:pt x="263008" y="1218125"/>
                  <a:pt x="268264" y="1219232"/>
                </a:cubicBezTo>
                <a:cubicBezTo>
                  <a:pt x="237603" y="1231648"/>
                  <a:pt x="219096" y="1261154"/>
                  <a:pt x="179697" y="1261447"/>
                </a:cubicBezTo>
                <a:cubicBezTo>
                  <a:pt x="179328" y="1265049"/>
                  <a:pt x="178671" y="1268448"/>
                  <a:pt x="178013" y="1271849"/>
                </a:cubicBezTo>
                <a:cubicBezTo>
                  <a:pt x="146915" y="1281814"/>
                  <a:pt x="128173" y="1308581"/>
                  <a:pt x="92620" y="1311996"/>
                </a:cubicBezTo>
                <a:cubicBezTo>
                  <a:pt x="89822" y="1328909"/>
                  <a:pt x="58914" y="1348445"/>
                  <a:pt x="47956" y="1353639"/>
                </a:cubicBezTo>
                <a:cubicBezTo>
                  <a:pt x="33217" y="1375917"/>
                  <a:pt x="39231" y="1396856"/>
                  <a:pt x="33164" y="1411053"/>
                </a:cubicBezTo>
                <a:cubicBezTo>
                  <a:pt x="29092" y="1409488"/>
                  <a:pt x="28145" y="1412685"/>
                  <a:pt x="24825" y="1412505"/>
                </a:cubicBezTo>
                <a:lnTo>
                  <a:pt x="25202" y="1413198"/>
                </a:lnTo>
                <a:cubicBezTo>
                  <a:pt x="25237" y="1416225"/>
                  <a:pt x="27803" y="1415019"/>
                  <a:pt x="27829" y="1413751"/>
                </a:cubicBezTo>
                <a:cubicBezTo>
                  <a:pt x="36576" y="1430170"/>
                  <a:pt x="20727" y="1444808"/>
                  <a:pt x="25094" y="1465022"/>
                </a:cubicBezTo>
                <a:cubicBezTo>
                  <a:pt x="26083" y="1469146"/>
                  <a:pt x="34365" y="1484382"/>
                  <a:pt x="37692" y="1488856"/>
                </a:cubicBezTo>
                <a:cubicBezTo>
                  <a:pt x="49671" y="1504965"/>
                  <a:pt x="68227" y="1519674"/>
                  <a:pt x="79025" y="1536242"/>
                </a:cubicBezTo>
                <a:cubicBezTo>
                  <a:pt x="82526" y="1541696"/>
                  <a:pt x="82899" y="1556541"/>
                  <a:pt x="96790" y="1560691"/>
                </a:cubicBezTo>
                <a:cubicBezTo>
                  <a:pt x="104883" y="1594345"/>
                  <a:pt x="124202" y="1614387"/>
                  <a:pt x="134730" y="1641361"/>
                </a:cubicBezTo>
                <a:lnTo>
                  <a:pt x="139028" y="1660203"/>
                </a:lnTo>
                <a:lnTo>
                  <a:pt x="118767" y="1660203"/>
                </a:lnTo>
                <a:lnTo>
                  <a:pt x="113238" y="1635850"/>
                </a:lnTo>
                <a:cubicBezTo>
                  <a:pt x="105951" y="1622652"/>
                  <a:pt x="95696" y="1610539"/>
                  <a:pt x="85981" y="1600734"/>
                </a:cubicBezTo>
                <a:cubicBezTo>
                  <a:pt x="70374" y="1557207"/>
                  <a:pt x="46523" y="1519917"/>
                  <a:pt x="11255" y="1490934"/>
                </a:cubicBezTo>
                <a:cubicBezTo>
                  <a:pt x="14869" y="1477164"/>
                  <a:pt x="4658" y="1465296"/>
                  <a:pt x="0" y="1459033"/>
                </a:cubicBezTo>
                <a:cubicBezTo>
                  <a:pt x="4836" y="1452124"/>
                  <a:pt x="2126" y="1436930"/>
                  <a:pt x="10423" y="1428156"/>
                </a:cubicBezTo>
                <a:cubicBezTo>
                  <a:pt x="8337" y="1424980"/>
                  <a:pt x="604" y="1425571"/>
                  <a:pt x="3681" y="1418717"/>
                </a:cubicBezTo>
                <a:cubicBezTo>
                  <a:pt x="19761" y="1420970"/>
                  <a:pt x="5787" y="1402176"/>
                  <a:pt x="12760" y="1395907"/>
                </a:cubicBezTo>
                <a:cubicBezTo>
                  <a:pt x="17543" y="1391537"/>
                  <a:pt x="12356" y="1396483"/>
                  <a:pt x="11817" y="1384953"/>
                </a:cubicBezTo>
                <a:cubicBezTo>
                  <a:pt x="10812" y="1372239"/>
                  <a:pt x="23604" y="1358892"/>
                  <a:pt x="21294" y="1343120"/>
                </a:cubicBezTo>
                <a:cubicBezTo>
                  <a:pt x="32919" y="1338822"/>
                  <a:pt x="45875" y="1336312"/>
                  <a:pt x="49426" y="1320783"/>
                </a:cubicBezTo>
                <a:cubicBezTo>
                  <a:pt x="59385" y="1321323"/>
                  <a:pt x="71116" y="1311950"/>
                  <a:pt x="68332" y="1304855"/>
                </a:cubicBezTo>
                <a:cubicBezTo>
                  <a:pt x="92273" y="1295882"/>
                  <a:pt x="123013" y="1279661"/>
                  <a:pt x="134675" y="1264237"/>
                </a:cubicBezTo>
                <a:cubicBezTo>
                  <a:pt x="161594" y="1257778"/>
                  <a:pt x="184549" y="1230529"/>
                  <a:pt x="208015" y="1230232"/>
                </a:cubicBezTo>
                <a:cubicBezTo>
                  <a:pt x="215672" y="1219295"/>
                  <a:pt x="229697" y="1217105"/>
                  <a:pt x="241059" y="1211336"/>
                </a:cubicBezTo>
                <a:cubicBezTo>
                  <a:pt x="252698" y="1183026"/>
                  <a:pt x="298017" y="1184734"/>
                  <a:pt x="303831" y="1159210"/>
                </a:cubicBezTo>
                <a:cubicBezTo>
                  <a:pt x="314797" y="1158310"/>
                  <a:pt x="321771" y="1152040"/>
                  <a:pt x="330278" y="1147273"/>
                </a:cubicBezTo>
                <a:cubicBezTo>
                  <a:pt x="343939" y="1120381"/>
                  <a:pt x="369656" y="1119944"/>
                  <a:pt x="386995" y="1099487"/>
                </a:cubicBezTo>
                <a:cubicBezTo>
                  <a:pt x="456526" y="1065390"/>
                  <a:pt x="550852" y="1065383"/>
                  <a:pt x="640897" y="1059805"/>
                </a:cubicBezTo>
                <a:cubicBezTo>
                  <a:pt x="650527" y="1052821"/>
                  <a:pt x="674597" y="1051660"/>
                  <a:pt x="687340" y="1059296"/>
                </a:cubicBezTo>
                <a:cubicBezTo>
                  <a:pt x="798268" y="1046037"/>
                  <a:pt x="909399" y="1032490"/>
                  <a:pt x="1022614" y="1022118"/>
                </a:cubicBezTo>
                <a:cubicBezTo>
                  <a:pt x="1013621" y="1012819"/>
                  <a:pt x="1016130" y="995703"/>
                  <a:pt x="994135" y="995743"/>
                </a:cubicBezTo>
                <a:cubicBezTo>
                  <a:pt x="994606" y="968622"/>
                  <a:pt x="972983" y="950908"/>
                  <a:pt x="962484" y="938838"/>
                </a:cubicBezTo>
                <a:cubicBezTo>
                  <a:pt x="966961" y="939827"/>
                  <a:pt x="969641" y="937844"/>
                  <a:pt x="971368" y="934764"/>
                </a:cubicBezTo>
                <a:cubicBezTo>
                  <a:pt x="962854" y="935237"/>
                  <a:pt x="964257" y="928927"/>
                  <a:pt x="955742" y="929399"/>
                </a:cubicBezTo>
                <a:cubicBezTo>
                  <a:pt x="936047" y="875718"/>
                  <a:pt x="878935" y="849024"/>
                  <a:pt x="857453" y="796666"/>
                </a:cubicBezTo>
                <a:cubicBezTo>
                  <a:pt x="854159" y="795218"/>
                  <a:pt x="852856" y="792160"/>
                  <a:pt x="847285" y="792120"/>
                </a:cubicBezTo>
                <a:cubicBezTo>
                  <a:pt x="835793" y="757479"/>
                  <a:pt x="817554" y="727552"/>
                  <a:pt x="799806" y="697538"/>
                </a:cubicBezTo>
                <a:cubicBezTo>
                  <a:pt x="748532" y="658204"/>
                  <a:pt x="746244" y="590118"/>
                  <a:pt x="716853" y="537369"/>
                </a:cubicBezTo>
                <a:cubicBezTo>
                  <a:pt x="712597" y="530528"/>
                  <a:pt x="717887" y="534661"/>
                  <a:pt x="720822" y="529854"/>
                </a:cubicBezTo>
                <a:cubicBezTo>
                  <a:pt x="706292" y="523541"/>
                  <a:pt x="721577" y="484488"/>
                  <a:pt x="706082" y="486935"/>
                </a:cubicBezTo>
                <a:cubicBezTo>
                  <a:pt x="716940" y="458508"/>
                  <a:pt x="703004" y="428590"/>
                  <a:pt x="706786" y="397353"/>
                </a:cubicBezTo>
                <a:cubicBezTo>
                  <a:pt x="710228" y="368451"/>
                  <a:pt x="726790" y="333723"/>
                  <a:pt x="733140" y="301283"/>
                </a:cubicBezTo>
                <a:cubicBezTo>
                  <a:pt x="732912" y="302838"/>
                  <a:pt x="730547" y="303756"/>
                  <a:pt x="730513" y="300730"/>
                </a:cubicBezTo>
                <a:cubicBezTo>
                  <a:pt x="745467" y="286751"/>
                  <a:pt x="736207" y="257534"/>
                  <a:pt x="751501" y="255376"/>
                </a:cubicBezTo>
                <a:lnTo>
                  <a:pt x="754828" y="259849"/>
                </a:lnTo>
                <a:cubicBezTo>
                  <a:pt x="746976" y="242771"/>
                  <a:pt x="764137" y="235486"/>
                  <a:pt x="756223" y="216648"/>
                </a:cubicBezTo>
                <a:cubicBezTo>
                  <a:pt x="760698" y="217636"/>
                  <a:pt x="763379" y="215653"/>
                  <a:pt x="765106" y="212573"/>
                </a:cubicBezTo>
                <a:cubicBezTo>
                  <a:pt x="752556" y="200354"/>
                  <a:pt x="781677" y="182141"/>
                  <a:pt x="771413" y="172809"/>
                </a:cubicBezTo>
                <a:cubicBezTo>
                  <a:pt x="792182" y="165906"/>
                  <a:pt x="790441" y="127799"/>
                  <a:pt x="809966" y="119596"/>
                </a:cubicBezTo>
                <a:cubicBezTo>
                  <a:pt x="796673" y="110288"/>
                  <a:pt x="822461" y="101752"/>
                  <a:pt x="805996" y="94511"/>
                </a:cubicBezTo>
                <a:cubicBezTo>
                  <a:pt x="833131" y="63756"/>
                  <a:pt x="837577" y="815"/>
                  <a:pt x="875619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40000"/>
            </a:schemeClr>
          </a:solidFill>
          <a:ln w="22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Placeholder 11" descr="1_1PcCOEf8b0e-aZkz9wxpHg.gif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100" b="11100"/>
          <a:stretch>
            <a:fillRect/>
          </a:stretch>
        </p:blipFill>
        <p:spPr>
          <a:xfrm>
            <a:off x="6035040" y="982882"/>
            <a:ext cx="5762030" cy="5029200"/>
          </a:xfrm>
        </p:spPr>
      </p:pic>
    </p:spTree>
    <p:extLst>
      <p:ext uri="{BB962C8B-B14F-4D97-AF65-F5344CB8AC3E}">
        <p14:creationId xmlns:p14="http://schemas.microsoft.com/office/powerpoint/2010/main" xmlns="" val="193514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926</Words>
  <Application>Microsoft Office PowerPoint</Application>
  <PresentationFormat>Custom</PresentationFormat>
  <Paragraphs>138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Principal component analysis (pca)</vt:lpstr>
      <vt:lpstr>What is pca? &amp; why pca?</vt:lpstr>
      <vt:lpstr>PCA GOAL &amp; ITS WORKING</vt:lpstr>
      <vt:lpstr>Pca steps:-</vt:lpstr>
      <vt:lpstr>Slide 5</vt:lpstr>
      <vt:lpstr>Slide 6</vt:lpstr>
      <vt:lpstr>Slide 7</vt:lpstr>
      <vt:lpstr>RECONSTRUCTION OF DATA</vt:lpstr>
      <vt:lpstr>Applications &amp; limitations of pca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2022-06-28T06:29:45Z</dcterms:created>
  <dcterms:modified xsi:type="dcterms:W3CDTF">2024-02-01T02:26:39Z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